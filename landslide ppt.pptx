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bookmarkIdSeed="2">
  <p:sldMasterIdLst>
    <p:sldMasterId id="2147483648" r:id="rId1"/>
  </p:sldMasterIdLst>
  <p:sldIdLst>
    <p:sldId id="273" r:id="rId3"/>
    <p:sldId id="272" r:id="rId4"/>
    <p:sldId id="257" r:id="rId5"/>
    <p:sldId id="258" r:id="rId6"/>
    <p:sldId id="259" r:id="rId7"/>
    <p:sldId id="260" r:id="rId8"/>
    <p:sldId id="261" r:id="rId9"/>
    <p:sldId id="262" r:id="rId10"/>
    <p:sldId id="263" r:id="rId11"/>
    <p:sldId id="264" r:id="rId12"/>
    <p:sldId id="265" r:id="rId13"/>
    <p:sldId id="266" r:id="rId14"/>
    <p:sldId id="267" r:id="rId15"/>
    <p:sldId id="268" r:id="rId16"/>
    <p:sldId id="271" r:id="rId17"/>
    <p:sldId id="269" r:id="rId18"/>
    <p:sldId id="270" r:id="rId19"/>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5878" autoAdjust="0"/>
  </p:normalViewPr>
  <p:slideViewPr>
    <p:cSldViewPr>
      <p:cViewPr>
        <p:scale>
          <a:sx n="100" d="100"/>
          <a:sy n="100" d="100"/>
        </p:scale>
        <p:origin x="-516" y="360"/>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 Type="http://schemas.openxmlformats.org/officeDocument/2006/relationships/slide" Target="slides/slide1.xml"/><Relationship Id="rId22" Type="http://schemas.openxmlformats.org/officeDocument/2006/relationships/tableStyles" Target="tableStyles.xml"/><Relationship Id="rId21" Type="http://schemas.openxmlformats.org/officeDocument/2006/relationships/viewProps" Target="viewProps.xml"/><Relationship Id="rId20" Type="http://schemas.openxmlformats.org/officeDocument/2006/relationships/presProps" Target="presProps.xml"/><Relationship Id="rId2" Type="http://schemas.openxmlformats.org/officeDocument/2006/relationships/theme" Target="theme/theme1.xml"/><Relationship Id="rId19" Type="http://schemas.openxmlformats.org/officeDocument/2006/relationships/slide" Target="slides/slide17.xml"/><Relationship Id="rId18" Type="http://schemas.openxmlformats.org/officeDocument/2006/relationships/slide" Target="slides/slide16.xml"/><Relationship Id="rId17" Type="http://schemas.openxmlformats.org/officeDocument/2006/relationships/slide" Target="slides/slide15.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Ref idx="1002">
        <a:schemeClr val="bg2"/>
      </p:bgRef>
    </p:bg>
    <p:spTree>
      <p:nvGrpSpPr>
        <p:cNvPr id="1" name=""/>
        <p:cNvGrpSpPr/>
        <p:nvPr/>
      </p:nvGrpSpPr>
      <p:grpSpPr>
        <a:xfrm>
          <a:off x="0" y="0"/>
          <a:ext cx="0" cy="0"/>
          <a:chOff x="0" y="0"/>
          <a:chExt cx="0" cy="0"/>
        </a:xfrm>
      </p:grpSpPr>
      <p:sp>
        <p:nvSpPr>
          <p:cNvPr id="9" name="Title 8"/>
          <p:cNvSpPr>
            <a:spLocks noGrp="1"/>
          </p:cNvSpPr>
          <p:nvPr>
            <p:ph type="ctrTitle"/>
          </p:nvPr>
        </p:nvSpPr>
        <p:spPr>
          <a:xfrm>
            <a:off x="533400" y="1371600"/>
            <a:ext cx="7851648" cy="1828800"/>
          </a:xfrm>
          <a:ln>
            <a:noFill/>
          </a:ln>
        </p:spPr>
        <p:txBody>
          <a:bodyPr vert="horz" tIns="0" rIns="18288" bIns="0" anchor="b">
            <a:normAutofit/>
            <a:scene3d>
              <a:camera prst="orthographicFront"/>
              <a:lightRig rig="freezing" dir="t">
                <a:rot lat="0" lon="0" rev="5640000"/>
              </a:lightRig>
            </a:scene3d>
            <a:sp3d prstMaterial="flat">
              <a:bevelT w="38100" h="38100"/>
              <a:contourClr>
                <a:schemeClr val="tx2"/>
              </a:contourClr>
            </a:sp3d>
          </a:bodyPr>
          <a:lstStyle>
            <a:lvl1pPr algn="r" rtl="0">
              <a:spcBef>
                <a:spcPct val="0"/>
              </a:spcBef>
              <a:buNone/>
              <a:defRPr sz="5600" b="1">
                <a:ln>
                  <a:noFill/>
                </a:ln>
                <a:solidFill>
                  <a:schemeClr val="accent3">
                    <a:tint val="90000"/>
                    <a:satMod val="120000"/>
                  </a:schemeClr>
                </a:solidFill>
                <a:effectLst>
                  <a:outerShdw blurRad="38100" dist="25400" dir="5400000" algn="tl" rotWithShape="0">
                    <a:srgbClr val="000000">
                      <a:alpha val="43000"/>
                    </a:srgbClr>
                  </a:outerShdw>
                </a:effectLst>
                <a:latin typeface="+mj-lt"/>
                <a:ea typeface="+mj-ea"/>
                <a:cs typeface="+mj-cs"/>
              </a:defRPr>
            </a:lvl1pPr>
          </a:lstStyle>
          <a:p>
            <a:r>
              <a:rPr kumimoji="0" lang="en-US" smtClean="0"/>
              <a:t>Click to edit Master title style</a:t>
            </a:r>
            <a:endParaRPr kumimoji="0" lang="en-US"/>
          </a:p>
        </p:txBody>
      </p:sp>
      <p:sp>
        <p:nvSpPr>
          <p:cNvPr id="17" name="Subtitle 16"/>
          <p:cNvSpPr>
            <a:spLocks noGrp="1"/>
          </p:cNvSpPr>
          <p:nvPr>
            <p:ph type="subTitle" idx="1"/>
          </p:nvPr>
        </p:nvSpPr>
        <p:spPr>
          <a:xfrm>
            <a:off x="533400" y="3228536"/>
            <a:ext cx="7854696" cy="1752600"/>
          </a:xfrm>
        </p:spPr>
        <p:txBody>
          <a:bodyPr lIns="0" rIns="18288"/>
          <a:lstStyle>
            <a:lvl1pPr marL="0" marR="45720" indent="0" algn="r">
              <a:buNone/>
              <a:defRPr>
                <a:solidFill>
                  <a:schemeClr val="tx1"/>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smtClean="0"/>
              <a:t>Click to edit Master subtitle style</a:t>
            </a:r>
            <a:endParaRPr kumimoji="0" lang="en-US"/>
          </a:p>
        </p:txBody>
      </p:sp>
      <p:sp>
        <p:nvSpPr>
          <p:cNvPr id="30" name="Date Placeholder 29"/>
          <p:cNvSpPr>
            <a:spLocks noGrp="1"/>
          </p:cNvSpPr>
          <p:nvPr>
            <p:ph type="dt" sz="half" idx="10"/>
          </p:nvPr>
        </p:nvSpPr>
        <p:spPr/>
        <p:txBody>
          <a:bodyPr/>
          <a:lstStyle/>
          <a:p>
            <a:fld id="{21A27DCC-7CB7-4543-9033-2B2AED58D7A2}" type="datetimeFigureOut">
              <a:rPr lang="en-US" smtClean="0"/>
            </a:fld>
            <a:endParaRPr lang="en-US" dirty="0"/>
          </a:p>
        </p:txBody>
      </p:sp>
      <p:sp>
        <p:nvSpPr>
          <p:cNvPr id="19" name="Footer Placeholder 18"/>
          <p:cNvSpPr>
            <a:spLocks noGrp="1"/>
          </p:cNvSpPr>
          <p:nvPr>
            <p:ph type="ftr" sz="quarter" idx="11"/>
          </p:nvPr>
        </p:nvSpPr>
        <p:spPr/>
        <p:txBody>
          <a:bodyPr/>
          <a:lstStyle/>
          <a:p>
            <a:endParaRPr lang="en-US" dirty="0"/>
          </a:p>
        </p:txBody>
      </p:sp>
      <p:sp>
        <p:nvSpPr>
          <p:cNvPr id="27" name="Slide Number Placeholder 26"/>
          <p:cNvSpPr>
            <a:spLocks noGrp="1"/>
          </p:cNvSpPr>
          <p:nvPr>
            <p:ph type="sldNum" sz="quarter" idx="12"/>
          </p:nvPr>
        </p:nvSpPr>
        <p:spPr/>
        <p:txBody>
          <a:bodyPr/>
          <a:lstStyle/>
          <a:p>
            <a:fld id="{DC595314-168F-4CE5-8CBA-37427C2FF6C3}" type="slidenum">
              <a:rPr lang="en-US" smtClean="0"/>
            </a:fld>
            <a:endParaRPr lang="en-US" dirty="0"/>
          </a:p>
        </p:txBody>
      </p:sp>
    </p:spTree>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Content Placeholder 2"/>
          <p:cNvSpPr>
            <a:spLocks noGrp="1"/>
          </p:cNvSpPr>
          <p:nvPr>
            <p:ph idx="1"/>
          </p:nvPr>
        </p:nvSpPr>
        <p:spPr/>
        <p:txBody>
          <a:bodyPr/>
          <a:lstStyle/>
          <a:p>
            <a:pPr lvl="0" eaLnBrk="1" latinLnBrk="0" hangingPunct="1"/>
            <a:r>
              <a:rPr lang="en-US" smtClean="0"/>
              <a:t>Click to edit Master text styles</a:t>
            </a:r>
            <a:endParaRPr lang="en-US" smtClean="0"/>
          </a:p>
          <a:p>
            <a:pPr lvl="1" eaLnBrk="1" latinLnBrk="0" hangingPunct="1"/>
            <a:r>
              <a:rPr lang="en-US" smtClean="0"/>
              <a:t>Second level</a:t>
            </a:r>
            <a:endParaRPr lang="en-US" smtClean="0"/>
          </a:p>
          <a:p>
            <a:pPr lvl="2" eaLnBrk="1" latinLnBrk="0" hangingPunct="1"/>
            <a:r>
              <a:rPr lang="en-US" smtClean="0"/>
              <a:t>Third level</a:t>
            </a:r>
            <a:endParaRPr lang="en-US" smtClean="0"/>
          </a:p>
          <a:p>
            <a:pPr lvl="3" eaLnBrk="1" latinLnBrk="0" hangingPunct="1"/>
            <a:r>
              <a:rPr lang="en-US" smtClean="0"/>
              <a:t>Fourth level</a:t>
            </a:r>
            <a:endParaRPr lang="en-US" smtClean="0"/>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21A27DCC-7CB7-4543-9033-2B2AED58D7A2}" type="datetimeFigureOut">
              <a:rPr lang="en-US" smtClean="0"/>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C595314-168F-4CE5-8CBA-37427C2FF6C3}" type="slidenum">
              <a:rPr lang="en-US" smtClean="0"/>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bg>
      <p:bgRef idx="1002">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530352" y="1316736"/>
            <a:ext cx="7772400" cy="1362456"/>
          </a:xfrm>
          <a:ln>
            <a:noFill/>
          </a:ln>
        </p:spPr>
        <p:txBody>
          <a:bodyPr vert="horz" tIns="0" bIns="0" anchor="b">
            <a:noAutofit/>
            <a:scene3d>
              <a:camera prst="orthographicFront"/>
              <a:lightRig rig="freezing" dir="t">
                <a:rot lat="0" lon="0" rev="5640000"/>
              </a:lightRig>
            </a:scene3d>
            <a:sp3d prstMaterial="flat">
              <a:bevelT w="38100" h="38100"/>
            </a:sp3d>
          </a:bodyPr>
          <a:lstStyle>
            <a:lvl1pPr algn="l" rtl="0">
              <a:spcBef>
                <a:spcPct val="0"/>
              </a:spcBef>
              <a:buNone/>
              <a:defRPr lang="en-US" sz="5600" b="1" cap="none" baseline="0" dirty="0">
                <a:ln w="635">
                  <a:noFill/>
                </a:ln>
                <a:solidFill>
                  <a:schemeClr val="accent4">
                    <a:tint val="90000"/>
                    <a:satMod val="125000"/>
                  </a:schemeClr>
                </a:solidFill>
                <a:effectLst>
                  <a:outerShdw blurRad="38100" dist="25400" dir="5400000" algn="tl" rotWithShape="0">
                    <a:srgbClr val="000000">
                      <a:alpha val="43000"/>
                    </a:srgbClr>
                  </a:outerShdw>
                </a:effectLst>
                <a:latin typeface="+mj-lt"/>
                <a:ea typeface="+mj-ea"/>
                <a:cs typeface="+mj-cs"/>
              </a:defRPr>
            </a:lvl1pPr>
          </a:lstStyle>
          <a:p>
            <a:r>
              <a:rPr kumimoji="0" lang="en-US" smtClean="0"/>
              <a:t>Click to edit Master title style</a:t>
            </a:r>
            <a:endParaRPr kumimoji="0" lang="en-US"/>
          </a:p>
        </p:txBody>
      </p:sp>
      <p:sp>
        <p:nvSpPr>
          <p:cNvPr id="3" name="Text Placeholder 2"/>
          <p:cNvSpPr>
            <a:spLocks noGrp="1"/>
          </p:cNvSpPr>
          <p:nvPr>
            <p:ph type="body" idx="1"/>
          </p:nvPr>
        </p:nvSpPr>
        <p:spPr>
          <a:xfrm>
            <a:off x="530352" y="2704664"/>
            <a:ext cx="7772400" cy="1509712"/>
          </a:xfrm>
        </p:spPr>
        <p:txBody>
          <a:bodyPr lIns="45720" rIns="45720" anchor="t"/>
          <a:lstStyle>
            <a:lvl1pPr marL="0" indent="0">
              <a:buNone/>
              <a:defRPr sz="2200">
                <a:solidFill>
                  <a:schemeClr val="tx1"/>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smtClean="0"/>
              <a:t>Click to edit Master text styles</a:t>
            </a:r>
            <a:endParaRPr kumimoji="0" lang="en-US" smtClean="0"/>
          </a:p>
        </p:txBody>
      </p:sp>
      <p:sp>
        <p:nvSpPr>
          <p:cNvPr id="4" name="Date Placeholder 3"/>
          <p:cNvSpPr>
            <a:spLocks noGrp="1"/>
          </p:cNvSpPr>
          <p:nvPr>
            <p:ph type="dt" sz="half" idx="10"/>
          </p:nvPr>
        </p:nvSpPr>
        <p:spPr/>
        <p:txBody>
          <a:bodyPr/>
          <a:lstStyle/>
          <a:p>
            <a:fld id="{21A27DCC-7CB7-4543-9033-2B2AED58D7A2}" type="datetimeFigureOut">
              <a:rPr lang="en-US" smtClean="0"/>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C595314-168F-4CE5-8CBA-37427C2FF6C3}" type="slidenum">
              <a:rPr lang="en-US" smtClean="0"/>
            </a:fld>
            <a:endParaRPr lang="en-US" dirty="0"/>
          </a:p>
        </p:txBody>
      </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229600" cy="1143000"/>
          </a:xfrm>
        </p:spPr>
        <p:txBody>
          <a:bodyPr/>
          <a:lstStyle/>
          <a:p>
            <a:r>
              <a:rPr kumimoji="0" lang="en-US" smtClean="0"/>
              <a:t>Click to edit Master title style</a:t>
            </a:r>
            <a:endParaRPr kumimoji="0" lang="en-US"/>
          </a:p>
        </p:txBody>
      </p:sp>
      <p:sp>
        <p:nvSpPr>
          <p:cNvPr id="3" name="Content Placeholder 2"/>
          <p:cNvSpPr>
            <a:spLocks noGrp="1"/>
          </p:cNvSpPr>
          <p:nvPr>
            <p:ph sz="half" idx="1"/>
          </p:nvPr>
        </p:nvSpPr>
        <p:spPr>
          <a:xfrm>
            <a:off x="457200" y="1920085"/>
            <a:ext cx="4038600" cy="4434840"/>
          </a:xfrm>
        </p:spPr>
        <p:txBody>
          <a:bodyPr/>
          <a:lstStyle>
            <a:lvl1pPr>
              <a:defRPr sz="2600"/>
            </a:lvl1pPr>
            <a:lvl2pPr>
              <a:defRPr sz="2400"/>
            </a:lvl2pPr>
            <a:lvl3pPr>
              <a:defRPr sz="2000"/>
            </a:lvl3pPr>
            <a:lvl4pPr>
              <a:defRPr sz="1800"/>
            </a:lvl4pPr>
            <a:lvl5pPr>
              <a:defRPr sz="1800"/>
            </a:lvl5pPr>
          </a:lstStyle>
          <a:p>
            <a:pPr lvl="0" eaLnBrk="1" latinLnBrk="0" hangingPunct="1"/>
            <a:r>
              <a:rPr lang="en-US" smtClean="0"/>
              <a:t>Click to edit Master text styles</a:t>
            </a:r>
            <a:endParaRPr lang="en-US" smtClean="0"/>
          </a:p>
          <a:p>
            <a:pPr lvl="1" eaLnBrk="1" latinLnBrk="0" hangingPunct="1"/>
            <a:r>
              <a:rPr lang="en-US" smtClean="0"/>
              <a:t>Second level</a:t>
            </a:r>
            <a:endParaRPr lang="en-US" smtClean="0"/>
          </a:p>
          <a:p>
            <a:pPr lvl="2" eaLnBrk="1" latinLnBrk="0" hangingPunct="1"/>
            <a:r>
              <a:rPr lang="en-US" smtClean="0"/>
              <a:t>Third level</a:t>
            </a:r>
            <a:endParaRPr lang="en-US" smtClean="0"/>
          </a:p>
          <a:p>
            <a:pPr lvl="3" eaLnBrk="1" latinLnBrk="0" hangingPunct="1"/>
            <a:r>
              <a:rPr lang="en-US" smtClean="0"/>
              <a:t>Fourth level</a:t>
            </a:r>
            <a:endParaRPr lang="en-US" smtClean="0"/>
          </a:p>
          <a:p>
            <a:pPr lvl="4" eaLnBrk="1" latinLnBrk="0" hangingPunct="1"/>
            <a:r>
              <a:rPr lang="en-US" smtClean="0"/>
              <a:t>Fifth level</a:t>
            </a:r>
            <a:endParaRPr kumimoji="0" lang="en-US"/>
          </a:p>
        </p:txBody>
      </p:sp>
      <p:sp>
        <p:nvSpPr>
          <p:cNvPr id="4" name="Content Placeholder 3"/>
          <p:cNvSpPr>
            <a:spLocks noGrp="1"/>
          </p:cNvSpPr>
          <p:nvPr>
            <p:ph sz="half" idx="2"/>
          </p:nvPr>
        </p:nvSpPr>
        <p:spPr>
          <a:xfrm>
            <a:off x="4648200" y="1920085"/>
            <a:ext cx="4038600" cy="4434840"/>
          </a:xfrm>
        </p:spPr>
        <p:txBody>
          <a:bodyPr/>
          <a:lstStyle>
            <a:lvl1pPr>
              <a:defRPr sz="2600"/>
            </a:lvl1pPr>
            <a:lvl2pPr>
              <a:defRPr sz="2400"/>
            </a:lvl2pPr>
            <a:lvl3pPr>
              <a:defRPr sz="2000"/>
            </a:lvl3pPr>
            <a:lvl4pPr>
              <a:defRPr sz="1800"/>
            </a:lvl4pPr>
            <a:lvl5pPr>
              <a:defRPr sz="1800"/>
            </a:lvl5pPr>
          </a:lstStyle>
          <a:p>
            <a:pPr lvl="0" eaLnBrk="1" latinLnBrk="0" hangingPunct="1"/>
            <a:r>
              <a:rPr lang="en-US" smtClean="0"/>
              <a:t>Click to edit Master text styles</a:t>
            </a:r>
            <a:endParaRPr lang="en-US" smtClean="0"/>
          </a:p>
          <a:p>
            <a:pPr lvl="1" eaLnBrk="1" latinLnBrk="0" hangingPunct="1"/>
            <a:r>
              <a:rPr lang="en-US" smtClean="0"/>
              <a:t>Second level</a:t>
            </a:r>
            <a:endParaRPr lang="en-US" smtClean="0"/>
          </a:p>
          <a:p>
            <a:pPr lvl="2" eaLnBrk="1" latinLnBrk="0" hangingPunct="1"/>
            <a:r>
              <a:rPr lang="en-US" smtClean="0"/>
              <a:t>Third level</a:t>
            </a:r>
            <a:endParaRPr lang="en-US" smtClean="0"/>
          </a:p>
          <a:p>
            <a:pPr lvl="3" eaLnBrk="1" latinLnBrk="0" hangingPunct="1"/>
            <a:r>
              <a:rPr lang="en-US" smtClean="0"/>
              <a:t>Fourth level</a:t>
            </a:r>
            <a:endParaRPr lang="en-US" smtClean="0"/>
          </a:p>
          <a:p>
            <a:pPr lvl="4" eaLnBrk="1" latinLnBrk="0" hangingPunct="1"/>
            <a:r>
              <a:rPr lang="en-US" smtClean="0"/>
              <a:t>Fifth level</a:t>
            </a:r>
            <a:endParaRPr kumimoji="0" lang="en-US"/>
          </a:p>
        </p:txBody>
      </p:sp>
      <p:sp>
        <p:nvSpPr>
          <p:cNvPr id="5" name="Date Placeholder 4"/>
          <p:cNvSpPr>
            <a:spLocks noGrp="1"/>
          </p:cNvSpPr>
          <p:nvPr>
            <p:ph type="dt" sz="half" idx="10"/>
          </p:nvPr>
        </p:nvSpPr>
        <p:spPr/>
        <p:txBody>
          <a:bodyPr/>
          <a:lstStyle/>
          <a:p>
            <a:fld id="{21A27DCC-7CB7-4543-9033-2B2AED58D7A2}" type="datetimeFigureOut">
              <a:rPr lang="en-US" smtClean="0"/>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C595314-168F-4CE5-8CBA-37427C2FF6C3}" type="slidenum">
              <a:rPr lang="en-US" smtClean="0"/>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229600" cy="1143000"/>
          </a:xfrm>
        </p:spPr>
        <p:txBody>
          <a:bodyPr tIns="45720" anchor="b"/>
          <a:lstStyle>
            <a:lvl1pPr>
              <a:defRPr/>
            </a:lvl1pPr>
          </a:lstStyle>
          <a:p>
            <a:r>
              <a:rPr kumimoji="0" lang="en-US" smtClean="0"/>
              <a:t>Click to edit Master title style</a:t>
            </a:r>
            <a:endParaRPr kumimoji="0" lang="en-US"/>
          </a:p>
        </p:txBody>
      </p:sp>
      <p:sp>
        <p:nvSpPr>
          <p:cNvPr id="3" name="Text Placeholder 2"/>
          <p:cNvSpPr>
            <a:spLocks noGrp="1"/>
          </p:cNvSpPr>
          <p:nvPr>
            <p:ph type="body" idx="1"/>
          </p:nvPr>
        </p:nvSpPr>
        <p:spPr>
          <a:xfrm>
            <a:off x="457200" y="1855248"/>
            <a:ext cx="4040188" cy="659352"/>
          </a:xfrm>
        </p:spPr>
        <p:txBody>
          <a:bodyPr lIns="45720" tIns="0" rIns="45720" bIns="0" anchor="ctr">
            <a:noAutofit/>
          </a:bodyPr>
          <a:lstStyle>
            <a:lvl1pPr marL="0" indent="0">
              <a:buNone/>
              <a:defRPr sz="2400" b="1" cap="none" baseline="0">
                <a:solidFill>
                  <a:schemeClr val="tx2"/>
                </a:solidFill>
                <a:effectLst/>
              </a:defRPr>
            </a:lvl1pPr>
            <a:lvl2pPr>
              <a:buNone/>
              <a:defRPr sz="2000" b="1"/>
            </a:lvl2pPr>
            <a:lvl3pPr>
              <a:buNone/>
              <a:defRPr sz="1800" b="1"/>
            </a:lvl3pPr>
            <a:lvl4pPr>
              <a:buNone/>
              <a:defRPr sz="1600" b="1"/>
            </a:lvl4pPr>
            <a:lvl5pPr>
              <a:buNone/>
              <a:defRPr sz="1600" b="1"/>
            </a:lvl5pPr>
          </a:lstStyle>
          <a:p>
            <a:pPr lvl="0" eaLnBrk="1" latinLnBrk="0" hangingPunct="1"/>
            <a:r>
              <a:rPr kumimoji="0" lang="en-US" smtClean="0"/>
              <a:t>Click to edit Master text styles</a:t>
            </a:r>
            <a:endParaRPr kumimoji="0" lang="en-US" smtClean="0"/>
          </a:p>
        </p:txBody>
      </p:sp>
      <p:sp>
        <p:nvSpPr>
          <p:cNvPr id="4" name="Text Placeholder 3"/>
          <p:cNvSpPr>
            <a:spLocks noGrp="1"/>
          </p:cNvSpPr>
          <p:nvPr>
            <p:ph type="body" sz="half" idx="3"/>
          </p:nvPr>
        </p:nvSpPr>
        <p:spPr>
          <a:xfrm>
            <a:off x="4645025" y="1859757"/>
            <a:ext cx="4041775" cy="654843"/>
          </a:xfrm>
        </p:spPr>
        <p:txBody>
          <a:bodyPr lIns="45720" tIns="0" rIns="45720" bIns="0" anchor="ctr"/>
          <a:lstStyle>
            <a:lvl1pPr marL="0" indent="0">
              <a:buNone/>
              <a:defRPr sz="2400" b="1" cap="none" baseline="0">
                <a:solidFill>
                  <a:schemeClr val="tx2"/>
                </a:solidFill>
                <a:effectLst/>
              </a:defRPr>
            </a:lvl1pPr>
            <a:lvl2pPr>
              <a:buNone/>
              <a:defRPr sz="2000" b="1"/>
            </a:lvl2pPr>
            <a:lvl3pPr>
              <a:buNone/>
              <a:defRPr sz="1800" b="1"/>
            </a:lvl3pPr>
            <a:lvl4pPr>
              <a:buNone/>
              <a:defRPr sz="1600" b="1"/>
            </a:lvl4pPr>
            <a:lvl5pPr>
              <a:buNone/>
              <a:defRPr sz="1600" b="1"/>
            </a:lvl5pPr>
          </a:lstStyle>
          <a:p>
            <a:pPr lvl="0" eaLnBrk="1" latinLnBrk="0" hangingPunct="1"/>
            <a:r>
              <a:rPr kumimoji="0" lang="en-US" smtClean="0"/>
              <a:t>Click to edit Master text styles</a:t>
            </a:r>
            <a:endParaRPr kumimoji="0" lang="en-US" smtClean="0"/>
          </a:p>
        </p:txBody>
      </p:sp>
      <p:sp>
        <p:nvSpPr>
          <p:cNvPr id="5" name="Content Placeholder 4"/>
          <p:cNvSpPr>
            <a:spLocks noGrp="1"/>
          </p:cNvSpPr>
          <p:nvPr>
            <p:ph sz="quarter" idx="2"/>
          </p:nvPr>
        </p:nvSpPr>
        <p:spPr>
          <a:xfrm>
            <a:off x="457200" y="2514600"/>
            <a:ext cx="4040188" cy="3845720"/>
          </a:xfrm>
        </p:spPr>
        <p:txBody>
          <a:bodyPr tIns="0"/>
          <a:lstStyle>
            <a:lvl1pPr>
              <a:defRPr sz="2200"/>
            </a:lvl1pPr>
            <a:lvl2pPr>
              <a:defRPr sz="2000"/>
            </a:lvl2pPr>
            <a:lvl3pPr>
              <a:defRPr sz="1800"/>
            </a:lvl3pPr>
            <a:lvl4pPr>
              <a:defRPr sz="1600"/>
            </a:lvl4pPr>
            <a:lvl5pPr>
              <a:defRPr sz="1600"/>
            </a:lvl5pPr>
          </a:lstStyle>
          <a:p>
            <a:pPr lvl="0" eaLnBrk="1" latinLnBrk="0" hangingPunct="1"/>
            <a:r>
              <a:rPr lang="en-US" smtClean="0"/>
              <a:t>Click to edit Master text styles</a:t>
            </a:r>
            <a:endParaRPr lang="en-US" smtClean="0"/>
          </a:p>
          <a:p>
            <a:pPr lvl="1" eaLnBrk="1" latinLnBrk="0" hangingPunct="1"/>
            <a:r>
              <a:rPr lang="en-US" smtClean="0"/>
              <a:t>Second level</a:t>
            </a:r>
            <a:endParaRPr lang="en-US" smtClean="0"/>
          </a:p>
          <a:p>
            <a:pPr lvl="2" eaLnBrk="1" latinLnBrk="0" hangingPunct="1"/>
            <a:r>
              <a:rPr lang="en-US" smtClean="0"/>
              <a:t>Third level</a:t>
            </a:r>
            <a:endParaRPr lang="en-US" smtClean="0"/>
          </a:p>
          <a:p>
            <a:pPr lvl="3" eaLnBrk="1" latinLnBrk="0" hangingPunct="1"/>
            <a:r>
              <a:rPr lang="en-US" smtClean="0"/>
              <a:t>Fourth level</a:t>
            </a:r>
            <a:endParaRPr lang="en-US" smtClean="0"/>
          </a:p>
          <a:p>
            <a:pPr lvl="4" eaLnBrk="1" latinLnBrk="0" hangingPunct="1"/>
            <a:r>
              <a:rPr lang="en-US" smtClean="0"/>
              <a:t>Fifth level</a:t>
            </a:r>
            <a:endParaRPr kumimoji="0" lang="en-US"/>
          </a:p>
        </p:txBody>
      </p:sp>
      <p:sp>
        <p:nvSpPr>
          <p:cNvPr id="6" name="Content Placeholder 5"/>
          <p:cNvSpPr>
            <a:spLocks noGrp="1"/>
          </p:cNvSpPr>
          <p:nvPr>
            <p:ph sz="quarter" idx="4"/>
          </p:nvPr>
        </p:nvSpPr>
        <p:spPr>
          <a:xfrm>
            <a:off x="4645025" y="2514600"/>
            <a:ext cx="4041775" cy="3845720"/>
          </a:xfrm>
        </p:spPr>
        <p:txBody>
          <a:bodyPr tIns="0"/>
          <a:lstStyle>
            <a:lvl1pPr>
              <a:defRPr sz="2200"/>
            </a:lvl1pPr>
            <a:lvl2pPr>
              <a:defRPr sz="2000"/>
            </a:lvl2pPr>
            <a:lvl3pPr>
              <a:defRPr sz="1800"/>
            </a:lvl3pPr>
            <a:lvl4pPr>
              <a:defRPr sz="1600"/>
            </a:lvl4pPr>
            <a:lvl5pPr>
              <a:defRPr sz="1600"/>
            </a:lvl5pPr>
          </a:lstStyle>
          <a:p>
            <a:pPr lvl="0" eaLnBrk="1" latinLnBrk="0" hangingPunct="1"/>
            <a:r>
              <a:rPr lang="en-US" smtClean="0"/>
              <a:t>Click to edit Master text styles</a:t>
            </a:r>
            <a:endParaRPr lang="en-US" smtClean="0"/>
          </a:p>
          <a:p>
            <a:pPr lvl="1" eaLnBrk="1" latinLnBrk="0" hangingPunct="1"/>
            <a:r>
              <a:rPr lang="en-US" smtClean="0"/>
              <a:t>Second level</a:t>
            </a:r>
            <a:endParaRPr lang="en-US" smtClean="0"/>
          </a:p>
          <a:p>
            <a:pPr lvl="2" eaLnBrk="1" latinLnBrk="0" hangingPunct="1"/>
            <a:r>
              <a:rPr lang="en-US" smtClean="0"/>
              <a:t>Third level</a:t>
            </a:r>
            <a:endParaRPr lang="en-US" smtClean="0"/>
          </a:p>
          <a:p>
            <a:pPr lvl="3" eaLnBrk="1" latinLnBrk="0" hangingPunct="1"/>
            <a:r>
              <a:rPr lang="en-US" smtClean="0"/>
              <a:t>Fourth level</a:t>
            </a:r>
            <a:endParaRPr lang="en-US" smtClean="0"/>
          </a:p>
          <a:p>
            <a:pPr lvl="4" eaLnBrk="1" latinLnBrk="0" hangingPunct="1"/>
            <a:r>
              <a:rPr lang="en-US" smtClean="0"/>
              <a:t>Fifth level</a:t>
            </a:r>
            <a:endParaRPr kumimoji="0" lang="en-US"/>
          </a:p>
        </p:txBody>
      </p:sp>
      <p:sp>
        <p:nvSpPr>
          <p:cNvPr id="7" name="Date Placeholder 6"/>
          <p:cNvSpPr>
            <a:spLocks noGrp="1"/>
          </p:cNvSpPr>
          <p:nvPr>
            <p:ph type="dt" sz="half" idx="10"/>
          </p:nvPr>
        </p:nvSpPr>
        <p:spPr/>
        <p:txBody>
          <a:bodyPr/>
          <a:lstStyle/>
          <a:p>
            <a:fld id="{21A27DCC-7CB7-4543-9033-2B2AED58D7A2}" type="datetimeFigureOut">
              <a:rPr lang="en-US" smtClean="0"/>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C595314-168F-4CE5-8CBA-37427C2FF6C3}" type="slidenum">
              <a:rPr lang="en-US" smtClean="0"/>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305800" cy="1143000"/>
          </a:xfrm>
        </p:spPr>
        <p:txBody>
          <a:bodyPr vert="horz" tIns="45720" bIns="0" anchor="b">
            <a:normAutofit/>
            <a:scene3d>
              <a:camera prst="orthographicFront"/>
              <a:lightRig rig="freezing" dir="t">
                <a:rot lat="0" lon="0" rev="5640000"/>
              </a:lightRig>
            </a:scene3d>
            <a:sp3d prstMaterial="flat">
              <a:contourClr>
                <a:schemeClr val="tx2"/>
              </a:contourClr>
            </a:sp3d>
          </a:bodyPr>
          <a:lstStyle>
            <a:lvl1pPr algn="l" rtl="0">
              <a:spcBef>
                <a:spcPct val="0"/>
              </a:spcBef>
              <a:buNone/>
              <a:defRPr sz="5000" b="0">
                <a:ln>
                  <a:noFill/>
                </a:ln>
                <a:solidFill>
                  <a:schemeClr val="tx2"/>
                </a:solidFill>
                <a:effectLst/>
                <a:latin typeface="+mj-lt"/>
                <a:ea typeface="+mj-ea"/>
                <a:cs typeface="+mj-cs"/>
              </a:defRPr>
            </a:lvl1pPr>
          </a:lstStyle>
          <a:p>
            <a:r>
              <a:rPr kumimoji="0" lang="en-US" smtClean="0"/>
              <a:t>Click to edit Master title style</a:t>
            </a:r>
            <a:endParaRPr kumimoji="0" lang="en-US"/>
          </a:p>
        </p:txBody>
      </p:sp>
      <p:sp>
        <p:nvSpPr>
          <p:cNvPr id="3" name="Date Placeholder 2"/>
          <p:cNvSpPr>
            <a:spLocks noGrp="1"/>
          </p:cNvSpPr>
          <p:nvPr>
            <p:ph type="dt" sz="half" idx="10"/>
          </p:nvPr>
        </p:nvSpPr>
        <p:spPr/>
        <p:txBody>
          <a:bodyPr/>
          <a:lstStyle/>
          <a:p>
            <a:fld id="{21A27DCC-7CB7-4543-9033-2B2AED58D7A2}" type="datetimeFigureOut">
              <a:rPr lang="en-US" smtClean="0"/>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C595314-168F-4CE5-8CBA-37427C2FF6C3}" type="slidenum">
              <a:rPr lang="en-US" smtClean="0"/>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1A27DCC-7CB7-4543-9033-2B2AED58D7A2}" type="datetimeFigureOut">
              <a:rPr lang="en-US" smtClean="0"/>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C595314-168F-4CE5-8CBA-37427C2FF6C3}" type="slidenum">
              <a:rPr lang="en-US" smtClean="0"/>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85800" y="514352"/>
            <a:ext cx="2743200" cy="1162050"/>
          </a:xfrm>
        </p:spPr>
        <p:txBody>
          <a:bodyPr lIns="0" anchor="b">
            <a:noAutofit/>
          </a:bodyPr>
          <a:lstStyle>
            <a:lvl1pPr algn="l" rtl="0">
              <a:spcBef>
                <a:spcPct val="0"/>
              </a:spcBef>
              <a:buNone/>
              <a:defRPr sz="2600" b="0">
                <a:ln>
                  <a:noFill/>
                </a:ln>
                <a:solidFill>
                  <a:schemeClr val="tx2"/>
                </a:solidFill>
                <a:effectLst/>
                <a:latin typeface="+mj-lt"/>
                <a:ea typeface="+mj-ea"/>
                <a:cs typeface="+mj-cs"/>
              </a:defRPr>
            </a:lvl1pPr>
          </a:lstStyle>
          <a:p>
            <a:r>
              <a:rPr kumimoji="0" lang="en-US" smtClean="0"/>
              <a:t>Click to edit Master title style</a:t>
            </a:r>
            <a:endParaRPr kumimoji="0" lang="en-US"/>
          </a:p>
        </p:txBody>
      </p:sp>
      <p:sp>
        <p:nvSpPr>
          <p:cNvPr id="3" name="Text Placeholder 2"/>
          <p:cNvSpPr>
            <a:spLocks noGrp="1"/>
          </p:cNvSpPr>
          <p:nvPr>
            <p:ph type="body" idx="2"/>
          </p:nvPr>
        </p:nvSpPr>
        <p:spPr>
          <a:xfrm>
            <a:off x="685800" y="1676400"/>
            <a:ext cx="2743200" cy="4572000"/>
          </a:xfrm>
        </p:spPr>
        <p:txBody>
          <a:bodyPr lIns="18288" rIns="18288"/>
          <a:lstStyle>
            <a:lvl1pPr marL="0" indent="0" algn="l">
              <a:buNone/>
              <a:defRPr sz="1400"/>
            </a:lvl1pPr>
            <a:lvl2pPr indent="0" algn="l">
              <a:buNone/>
              <a:defRPr sz="1200"/>
            </a:lvl2pPr>
            <a:lvl3pPr indent="0" algn="l">
              <a:buNone/>
              <a:defRPr sz="1000"/>
            </a:lvl3pPr>
            <a:lvl4pPr indent="0" algn="l">
              <a:buNone/>
              <a:defRPr sz="900"/>
            </a:lvl4pPr>
            <a:lvl5pPr indent="0" algn="l">
              <a:buNone/>
              <a:defRPr sz="900"/>
            </a:lvl5pPr>
          </a:lstStyle>
          <a:p>
            <a:pPr lvl="0" eaLnBrk="1" latinLnBrk="0" hangingPunct="1"/>
            <a:r>
              <a:rPr kumimoji="0" lang="en-US" smtClean="0"/>
              <a:t>Click to edit Master text styles</a:t>
            </a:r>
            <a:endParaRPr kumimoji="0" lang="en-US" smtClean="0"/>
          </a:p>
        </p:txBody>
      </p:sp>
      <p:sp>
        <p:nvSpPr>
          <p:cNvPr id="4" name="Content Placeholder 3"/>
          <p:cNvSpPr>
            <a:spLocks noGrp="1"/>
          </p:cNvSpPr>
          <p:nvPr>
            <p:ph sz="half" idx="1"/>
          </p:nvPr>
        </p:nvSpPr>
        <p:spPr>
          <a:xfrm>
            <a:off x="3575050" y="1676400"/>
            <a:ext cx="5111750" cy="4572000"/>
          </a:xfrm>
        </p:spPr>
        <p:txBody>
          <a:bodyPr tIns="0"/>
          <a:lstStyle>
            <a:lvl1pPr>
              <a:defRPr sz="2800"/>
            </a:lvl1pPr>
            <a:lvl2pPr>
              <a:defRPr sz="2600"/>
            </a:lvl2pPr>
            <a:lvl3pPr>
              <a:defRPr sz="2400"/>
            </a:lvl3pPr>
            <a:lvl4pPr>
              <a:defRPr sz="2000"/>
            </a:lvl4pPr>
            <a:lvl5pPr>
              <a:defRPr sz="1800"/>
            </a:lvl5pPr>
          </a:lstStyle>
          <a:p>
            <a:pPr lvl="0" eaLnBrk="1" latinLnBrk="0" hangingPunct="1"/>
            <a:r>
              <a:rPr lang="en-US" smtClean="0"/>
              <a:t>Click to edit Master text styles</a:t>
            </a:r>
            <a:endParaRPr lang="en-US" smtClean="0"/>
          </a:p>
          <a:p>
            <a:pPr lvl="1" eaLnBrk="1" latinLnBrk="0" hangingPunct="1"/>
            <a:r>
              <a:rPr lang="en-US" smtClean="0"/>
              <a:t>Second level</a:t>
            </a:r>
            <a:endParaRPr lang="en-US" smtClean="0"/>
          </a:p>
          <a:p>
            <a:pPr lvl="2" eaLnBrk="1" latinLnBrk="0" hangingPunct="1"/>
            <a:r>
              <a:rPr lang="en-US" smtClean="0"/>
              <a:t>Third level</a:t>
            </a:r>
            <a:endParaRPr lang="en-US" smtClean="0"/>
          </a:p>
          <a:p>
            <a:pPr lvl="3" eaLnBrk="1" latinLnBrk="0" hangingPunct="1"/>
            <a:r>
              <a:rPr lang="en-US" smtClean="0"/>
              <a:t>Fourth level</a:t>
            </a:r>
            <a:endParaRPr lang="en-US" smtClean="0"/>
          </a:p>
          <a:p>
            <a:pPr lvl="4" eaLnBrk="1" latinLnBrk="0" hangingPunct="1"/>
            <a:r>
              <a:rPr lang="en-US" smtClean="0"/>
              <a:t>Fifth level</a:t>
            </a:r>
            <a:endParaRPr kumimoji="0" lang="en-US"/>
          </a:p>
        </p:txBody>
      </p:sp>
      <p:sp>
        <p:nvSpPr>
          <p:cNvPr id="5" name="Date Placeholder 4"/>
          <p:cNvSpPr>
            <a:spLocks noGrp="1"/>
          </p:cNvSpPr>
          <p:nvPr>
            <p:ph type="dt" sz="half" idx="10"/>
          </p:nvPr>
        </p:nvSpPr>
        <p:spPr/>
        <p:txBody>
          <a:bodyPr/>
          <a:lstStyle/>
          <a:p>
            <a:fld id="{21A27DCC-7CB7-4543-9033-2B2AED58D7A2}" type="datetimeFigureOut">
              <a:rPr lang="en-US" smtClean="0"/>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C595314-168F-4CE5-8CBA-37427C2FF6C3}" type="slidenum">
              <a:rPr lang="en-US" smtClean="0"/>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showMasterSp="0">
  <p:cSld name="Picture with Caption">
    <p:spTree>
      <p:nvGrpSpPr>
        <p:cNvPr id="1" name=""/>
        <p:cNvGrpSpPr/>
        <p:nvPr/>
      </p:nvGrpSpPr>
      <p:grpSpPr>
        <a:xfrm>
          <a:off x="0" y="0"/>
          <a:ext cx="0" cy="0"/>
          <a:chOff x="0" y="0"/>
          <a:chExt cx="0" cy="0"/>
        </a:xfrm>
      </p:grpSpPr>
      <p:sp>
        <p:nvSpPr>
          <p:cNvPr id="9" name="Snip and Round Single Corner Rectangle 8"/>
          <p:cNvSpPr/>
          <p:nvPr/>
        </p:nvSpPr>
        <p:spPr>
          <a:xfrm rot="420000" flipV="1">
            <a:off x="3165753" y="1108077"/>
            <a:ext cx="5257800" cy="4114800"/>
          </a:xfrm>
          <a:prstGeom prst="snipRoundRect">
            <a:avLst>
              <a:gd name="adj1" fmla="val 0"/>
              <a:gd name="adj2" fmla="val 3646"/>
            </a:avLst>
          </a:prstGeom>
          <a:solidFill>
            <a:srgbClr val="FFFFFF"/>
          </a:solidFill>
          <a:ln w="3175" cap="rnd" cmpd="sng" algn="ctr">
            <a:solidFill>
              <a:srgbClr val="C0C0C0"/>
            </a:solidFill>
            <a:prstDash val="solid"/>
          </a:ln>
          <a:effectLst>
            <a:outerShdw blurRad="63500" dist="38500" dir="7500000" sx="98500" sy="100080" kx="100000" algn="tl" rotWithShape="0">
              <a:srgbClr val="000000">
                <a:alpha val="25000"/>
              </a:srgbClr>
            </a:outerShdw>
          </a:effectLst>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dirty="0"/>
          </a:p>
        </p:txBody>
      </p:sp>
      <p:sp>
        <p:nvSpPr>
          <p:cNvPr id="12" name="Right Triangle 11"/>
          <p:cNvSpPr/>
          <p:nvPr/>
        </p:nvSpPr>
        <p:spPr>
          <a:xfrm rot="420000" flipV="1">
            <a:off x="8004134" y="5359769"/>
            <a:ext cx="155448" cy="155448"/>
          </a:xfrm>
          <a:prstGeom prst="rtTriangle">
            <a:avLst/>
          </a:prstGeom>
          <a:solidFill>
            <a:srgbClr val="FFFFFF"/>
          </a:solidFill>
          <a:ln w="12700" cap="flat" cmpd="sng" algn="ctr">
            <a:solidFill>
              <a:srgbClr val="FFFFFF"/>
            </a:solidFill>
            <a:prstDash val="solid"/>
            <a:bevel/>
          </a:ln>
          <a:effectLst>
            <a:outerShdw blurRad="19685" dist="6350" dir="12900000" algn="tl" rotWithShape="0">
              <a:srgbClr val="000000">
                <a:alpha val="47000"/>
              </a:srgbClr>
            </a:outerShdw>
          </a:effectLst>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dirty="0"/>
          </a:p>
        </p:txBody>
      </p:sp>
      <p:sp>
        <p:nvSpPr>
          <p:cNvPr id="2" name="Title 1"/>
          <p:cNvSpPr>
            <a:spLocks noGrp="1"/>
          </p:cNvSpPr>
          <p:nvPr>
            <p:ph type="title"/>
          </p:nvPr>
        </p:nvSpPr>
        <p:spPr>
          <a:xfrm>
            <a:off x="609600" y="1176996"/>
            <a:ext cx="2212848" cy="1582621"/>
          </a:xfrm>
        </p:spPr>
        <p:txBody>
          <a:bodyPr vert="horz" lIns="45720" tIns="45720" rIns="45720" bIns="45720" anchor="b"/>
          <a:lstStyle>
            <a:lvl1pPr algn="l">
              <a:buNone/>
              <a:defRPr sz="2000" b="1">
                <a:solidFill>
                  <a:schemeClr val="tx2"/>
                </a:solidFill>
              </a:defRPr>
            </a:lvl1pPr>
          </a:lstStyle>
          <a:p>
            <a:r>
              <a:rPr kumimoji="0" lang="en-US" smtClean="0"/>
              <a:t>Click to edit Master title style</a:t>
            </a:r>
            <a:endParaRPr kumimoji="0" lang="en-US"/>
          </a:p>
        </p:txBody>
      </p:sp>
      <p:sp>
        <p:nvSpPr>
          <p:cNvPr id="4" name="Text Placeholder 3"/>
          <p:cNvSpPr>
            <a:spLocks noGrp="1"/>
          </p:cNvSpPr>
          <p:nvPr>
            <p:ph type="body" sz="half" idx="2"/>
          </p:nvPr>
        </p:nvSpPr>
        <p:spPr>
          <a:xfrm>
            <a:off x="609600" y="2828785"/>
            <a:ext cx="2209800" cy="2179320"/>
          </a:xfrm>
        </p:spPr>
        <p:txBody>
          <a:bodyPr lIns="64008" rIns="45720" bIns="45720" anchor="t"/>
          <a:lstStyle>
            <a:lvl1pPr marL="0" indent="0" algn="l">
              <a:spcBef>
                <a:spcPts val="250"/>
              </a:spcBef>
              <a:buFontTx/>
              <a:buNone/>
              <a:defRPr sz="1300"/>
            </a:lvl1pPr>
            <a:lvl2pPr>
              <a:defRPr sz="1200"/>
            </a:lvl2pPr>
            <a:lvl3pPr>
              <a:defRPr sz="1000"/>
            </a:lvl3pPr>
            <a:lvl4pPr>
              <a:defRPr sz="900"/>
            </a:lvl4pPr>
            <a:lvl5pPr>
              <a:defRPr sz="900"/>
            </a:lvl5pPr>
          </a:lstStyle>
          <a:p>
            <a:pPr lvl="0" eaLnBrk="1" latinLnBrk="0" hangingPunct="1"/>
            <a:r>
              <a:rPr kumimoji="0" lang="en-US" smtClean="0"/>
              <a:t>Click to edit Master text styles</a:t>
            </a:r>
            <a:endParaRPr kumimoji="0" lang="en-US" smtClean="0"/>
          </a:p>
        </p:txBody>
      </p:sp>
      <p:sp>
        <p:nvSpPr>
          <p:cNvPr id="5" name="Date Placeholder 4"/>
          <p:cNvSpPr>
            <a:spLocks noGrp="1"/>
          </p:cNvSpPr>
          <p:nvPr>
            <p:ph type="dt" sz="half" idx="10"/>
          </p:nvPr>
        </p:nvSpPr>
        <p:spPr/>
        <p:txBody>
          <a:bodyPr/>
          <a:lstStyle/>
          <a:p>
            <a:fld id="{21A27DCC-7CB7-4543-9033-2B2AED58D7A2}" type="datetimeFigureOut">
              <a:rPr lang="en-US" smtClean="0"/>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a:xfrm>
            <a:off x="8077200" y="6356350"/>
            <a:ext cx="609600" cy="365125"/>
          </a:xfrm>
        </p:spPr>
        <p:txBody>
          <a:bodyPr/>
          <a:lstStyle/>
          <a:p>
            <a:fld id="{DC595314-168F-4CE5-8CBA-37427C2FF6C3}" type="slidenum">
              <a:rPr lang="en-US" smtClean="0"/>
            </a:fld>
            <a:endParaRPr lang="en-US" dirty="0"/>
          </a:p>
        </p:txBody>
      </p:sp>
      <p:sp>
        <p:nvSpPr>
          <p:cNvPr id="3" name="Picture Placeholder 2"/>
          <p:cNvSpPr>
            <a:spLocks noGrp="1"/>
          </p:cNvSpPr>
          <p:nvPr>
            <p:ph type="pic" idx="1"/>
          </p:nvPr>
        </p:nvSpPr>
        <p:spPr>
          <a:xfrm rot="420000">
            <a:off x="3485793" y="1199517"/>
            <a:ext cx="4617720" cy="3931920"/>
          </a:xfrm>
          <a:prstGeom prst="rect">
            <a:avLst/>
          </a:prstGeom>
          <a:solidFill>
            <a:schemeClr val="bg2"/>
          </a:solidFill>
          <a:ln w="3000" cap="rnd">
            <a:solidFill>
              <a:srgbClr val="C0C0C0"/>
            </a:solidFill>
            <a:round/>
          </a:ln>
          <a:effectLst/>
        </p:spPr>
        <p:txBody>
          <a:bodyPr/>
          <a:lstStyle>
            <a:lvl1pPr marL="0" indent="0">
              <a:buNone/>
              <a:defRPr sz="3200"/>
            </a:lvl1pPr>
          </a:lstStyle>
          <a:p>
            <a:r>
              <a:rPr kumimoji="0" lang="en-US" dirty="0" smtClean="0"/>
              <a:t>Click icon to add picture</a:t>
            </a:r>
            <a:endParaRPr kumimoji="0" lang="en-US" dirty="0"/>
          </a:p>
        </p:txBody>
      </p:sp>
      <p:sp>
        <p:nvSpPr>
          <p:cNvPr id="10" name="Freeform 9"/>
          <p:cNvSpPr/>
          <p:nvPr/>
        </p:nvSpPr>
        <p:spPr bwMode="auto">
          <a:xfrm flipV="1">
            <a:off x="-9525" y="5816600"/>
            <a:ext cx="9163050" cy="1041400"/>
          </a:xfrm>
          <a:custGeom>
            <a:avLst>
              <a:gd name="A1" fmla="val 0"/>
              <a:gd name="A2" fmla="val 0"/>
              <a:gd name="A3" fmla="val 0"/>
              <a:gd name="A4" fmla="val 0"/>
              <a:gd name="A5" fmla="val 0"/>
              <a:gd name="A6" fmla="val 0"/>
              <a:gd name="A7" fmla="val 0"/>
              <a:gd name="A8" fmla="val 0"/>
            </a:avLst>
            <a:gdLst/>
            <a:ahLst/>
            <a:cxnLst>
              <a:cxn ang="0">
                <a:pos x="6" y="2"/>
              </a:cxn>
              <a:cxn ang="0">
                <a:pos x="2542" y="0"/>
              </a:cxn>
              <a:cxn ang="0">
                <a:pos x="4374" y="367"/>
              </a:cxn>
              <a:cxn ang="0">
                <a:pos x="5766" y="55"/>
              </a:cxn>
              <a:cxn ang="0">
                <a:pos x="5772" y="213"/>
              </a:cxn>
              <a:cxn ang="0">
                <a:pos x="4302" y="439"/>
              </a:cxn>
              <a:cxn ang="0">
                <a:pos x="1488" y="201"/>
              </a:cxn>
              <a:cxn ang="0">
                <a:pos x="0" y="656"/>
              </a:cxn>
              <a:cxn ang="0">
                <a:pos x="6" y="2"/>
              </a:cxn>
            </a:cxnLst>
            <a:rect l="0" t="0" r="0" b="0"/>
            <a:pathLst>
              <a:path w="5772" h="656">
                <a:moveTo>
                  <a:pt x="6" y="2"/>
                </a:moveTo>
                <a:lnTo>
                  <a:pt x="2542" y="0"/>
                </a:lnTo>
                <a:cubicBezTo>
                  <a:pt x="2746" y="101"/>
                  <a:pt x="3828" y="367"/>
                  <a:pt x="4374" y="367"/>
                </a:cubicBezTo>
                <a:cubicBezTo>
                  <a:pt x="4920" y="367"/>
                  <a:pt x="5526" y="152"/>
                  <a:pt x="5766" y="55"/>
                </a:cubicBezTo>
                <a:lnTo>
                  <a:pt x="5772" y="213"/>
                </a:lnTo>
                <a:cubicBezTo>
                  <a:pt x="5670" y="257"/>
                  <a:pt x="5016" y="441"/>
                  <a:pt x="4302" y="439"/>
                </a:cubicBezTo>
                <a:cubicBezTo>
                  <a:pt x="3588" y="437"/>
                  <a:pt x="2205" y="165"/>
                  <a:pt x="1488" y="201"/>
                </a:cubicBezTo>
                <a:cubicBezTo>
                  <a:pt x="750" y="209"/>
                  <a:pt x="270" y="482"/>
                  <a:pt x="0" y="656"/>
                </a:cubicBezTo>
                <a:lnTo>
                  <a:pt x="6" y="2"/>
                </a:lnTo>
                <a:close/>
              </a:path>
            </a:pathLst>
          </a:custGeom>
          <a:gradFill>
            <a:gsLst>
              <a:gs pos="0">
                <a:schemeClr val="accent2">
                  <a:shade val="50000"/>
                  <a:alpha val="45000"/>
                  <a:satMod val="120000"/>
                </a:schemeClr>
              </a:gs>
              <a:gs pos="100000">
                <a:schemeClr val="accent3">
                  <a:shade val="80000"/>
                  <a:alpha val="55000"/>
                  <a:satMod val="155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dirty="0">
              <a:solidFill>
                <a:schemeClr val="tx1"/>
              </a:solidFill>
              <a:latin typeface="+mn-lt"/>
              <a:ea typeface="+mn-ea"/>
              <a:cs typeface="+mn-cs"/>
            </a:endParaRPr>
          </a:p>
        </p:txBody>
      </p:sp>
      <p:sp>
        <p:nvSpPr>
          <p:cNvPr id="11" name="Freeform 10"/>
          <p:cNvSpPr/>
          <p:nvPr/>
        </p:nvSpPr>
        <p:spPr bwMode="auto">
          <a:xfrm flipV="1">
            <a:off x="4381500" y="6219825"/>
            <a:ext cx="4762500" cy="638175"/>
          </a:xfrm>
          <a:custGeom>
            <a:avLst>
              <a:gd name="A1" fmla="val 0"/>
              <a:gd name="A2" fmla="val 0"/>
              <a:gd name="A3" fmla="val 0"/>
              <a:gd name="A4" fmla="val 0"/>
              <a:gd name="A5" fmla="val 0"/>
              <a:gd name="A6" fmla="val 0"/>
              <a:gd name="A7" fmla="val 0"/>
              <a:gd name="A8" fmla="val 0"/>
            </a:avLst>
            <a:gdLst/>
            <a:ahLst/>
            <a:cxnLst>
              <a:cxn ang="0">
                <a:pos x="0" y="0"/>
              </a:cxn>
              <a:cxn ang="0">
                <a:pos x="1668" y="564"/>
              </a:cxn>
              <a:cxn ang="0">
                <a:pos x="3000" y="186"/>
              </a:cxn>
              <a:cxn ang="0">
                <a:pos x="3000" y="6"/>
              </a:cxn>
              <a:cxn ang="0">
                <a:pos x="0" y="0"/>
              </a:cxn>
            </a:cxnLst>
            <a:rect l="0" t="0" r="0" b="0"/>
            <a:pathLst>
              <a:path w="3000" h="595">
                <a:moveTo>
                  <a:pt x="0" y="0"/>
                </a:moveTo>
                <a:cubicBezTo>
                  <a:pt x="174" y="102"/>
                  <a:pt x="1168" y="533"/>
                  <a:pt x="1668" y="564"/>
                </a:cubicBezTo>
                <a:cubicBezTo>
                  <a:pt x="2168" y="595"/>
                  <a:pt x="2778" y="279"/>
                  <a:pt x="3000" y="186"/>
                </a:cubicBezTo>
                <a:lnTo>
                  <a:pt x="3000" y="6"/>
                </a:lnTo>
                <a:lnTo>
                  <a:pt x="0" y="0"/>
                </a:lnTo>
                <a:close/>
              </a:path>
            </a:pathLst>
          </a:custGeom>
          <a:gradFill>
            <a:gsLst>
              <a:gs pos="0">
                <a:schemeClr val="accent3">
                  <a:shade val="50000"/>
                  <a:alpha val="30000"/>
                  <a:satMod val="130000"/>
                </a:schemeClr>
              </a:gs>
              <a:gs pos="80000">
                <a:schemeClr val="accent2">
                  <a:shade val="75000"/>
                  <a:alpha val="45000"/>
                  <a:satMod val="140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dirty="0">
              <a:solidFill>
                <a:schemeClr val="tx1"/>
              </a:solidFill>
              <a:latin typeface="+mn-lt"/>
              <a:ea typeface="+mn-ea"/>
              <a:cs typeface="+mn-cs"/>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p:txBody>
          <a:bodyPr vert="eaVert"/>
          <a:lstStyle/>
          <a:p>
            <a:pPr lvl="0" eaLnBrk="1" latinLnBrk="0" hangingPunct="1"/>
            <a:r>
              <a:rPr lang="en-US" smtClean="0"/>
              <a:t>Click to edit Master text styles</a:t>
            </a:r>
            <a:endParaRPr lang="en-US" smtClean="0"/>
          </a:p>
          <a:p>
            <a:pPr lvl="1" eaLnBrk="1" latinLnBrk="0" hangingPunct="1"/>
            <a:r>
              <a:rPr lang="en-US" smtClean="0"/>
              <a:t>Second level</a:t>
            </a:r>
            <a:endParaRPr lang="en-US" smtClean="0"/>
          </a:p>
          <a:p>
            <a:pPr lvl="2" eaLnBrk="1" latinLnBrk="0" hangingPunct="1"/>
            <a:r>
              <a:rPr lang="en-US" smtClean="0"/>
              <a:t>Third level</a:t>
            </a:r>
            <a:endParaRPr lang="en-US" smtClean="0"/>
          </a:p>
          <a:p>
            <a:pPr lvl="3" eaLnBrk="1" latinLnBrk="0" hangingPunct="1"/>
            <a:r>
              <a:rPr lang="en-US" smtClean="0"/>
              <a:t>Fourth level</a:t>
            </a:r>
            <a:endParaRPr lang="en-US" smtClean="0"/>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21A27DCC-7CB7-4543-9033-2B2AED58D7A2}" type="datetimeFigureOut">
              <a:rPr lang="en-US" smtClean="0"/>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C595314-168F-4CE5-8CBA-37427C2FF6C3}" type="slidenum">
              <a:rPr lang="en-US" smtClean="0"/>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914401"/>
            <a:ext cx="2057400" cy="5211763"/>
          </a:xfrm>
        </p:spPr>
        <p:txBody>
          <a:bodyPr vert="eaVert"/>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a:xfrm>
            <a:off x="457200" y="914401"/>
            <a:ext cx="6019800" cy="5211763"/>
          </a:xfrm>
        </p:spPr>
        <p:txBody>
          <a:bodyPr vert="eaVert"/>
          <a:lstStyle/>
          <a:p>
            <a:pPr lvl="0" eaLnBrk="1" latinLnBrk="0" hangingPunct="1"/>
            <a:r>
              <a:rPr lang="en-US" smtClean="0"/>
              <a:t>Click to edit Master text styles</a:t>
            </a:r>
            <a:endParaRPr lang="en-US" smtClean="0"/>
          </a:p>
          <a:p>
            <a:pPr lvl="1" eaLnBrk="1" latinLnBrk="0" hangingPunct="1"/>
            <a:r>
              <a:rPr lang="en-US" smtClean="0"/>
              <a:t>Second level</a:t>
            </a:r>
            <a:endParaRPr lang="en-US" smtClean="0"/>
          </a:p>
          <a:p>
            <a:pPr lvl="2" eaLnBrk="1" latinLnBrk="0" hangingPunct="1"/>
            <a:r>
              <a:rPr lang="en-US" smtClean="0"/>
              <a:t>Third level</a:t>
            </a:r>
            <a:endParaRPr lang="en-US" smtClean="0"/>
          </a:p>
          <a:p>
            <a:pPr lvl="3" eaLnBrk="1" latinLnBrk="0" hangingPunct="1"/>
            <a:r>
              <a:rPr lang="en-US" smtClean="0"/>
              <a:t>Fourth level</a:t>
            </a:r>
            <a:endParaRPr lang="en-US" smtClean="0"/>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21A27DCC-7CB7-4543-9033-2B2AED58D7A2}" type="datetimeFigureOut">
              <a:rPr lang="en-US" smtClean="0"/>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C595314-168F-4CE5-8CBA-37427C2FF6C3}" type="slidenum">
              <a:rPr lang="en-US" smtClean="0"/>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sp>
        <p:nvSpPr>
          <p:cNvPr id="7" name="Freeform 6"/>
          <p:cNvSpPr/>
          <p:nvPr/>
        </p:nvSpPr>
        <p:spPr bwMode="auto">
          <a:xfrm>
            <a:off x="-9525" y="-7144"/>
            <a:ext cx="9163050" cy="1041400"/>
          </a:xfrm>
          <a:custGeom>
            <a:avLst>
              <a:gd name="A1" fmla="val 0"/>
              <a:gd name="A2" fmla="val 0"/>
              <a:gd name="A3" fmla="val 0"/>
              <a:gd name="A4" fmla="val 0"/>
              <a:gd name="A5" fmla="val 0"/>
              <a:gd name="A6" fmla="val 0"/>
              <a:gd name="A7" fmla="val 0"/>
              <a:gd name="A8" fmla="val 0"/>
            </a:avLst>
            <a:gdLst/>
            <a:ahLst/>
            <a:cxnLst>
              <a:cxn ang="0">
                <a:pos x="6" y="2"/>
              </a:cxn>
              <a:cxn ang="0">
                <a:pos x="2542" y="0"/>
              </a:cxn>
              <a:cxn ang="0">
                <a:pos x="4374" y="367"/>
              </a:cxn>
              <a:cxn ang="0">
                <a:pos x="5766" y="55"/>
              </a:cxn>
              <a:cxn ang="0">
                <a:pos x="5772" y="213"/>
              </a:cxn>
              <a:cxn ang="0">
                <a:pos x="4302" y="439"/>
              </a:cxn>
              <a:cxn ang="0">
                <a:pos x="1488" y="201"/>
              </a:cxn>
              <a:cxn ang="0">
                <a:pos x="0" y="656"/>
              </a:cxn>
              <a:cxn ang="0">
                <a:pos x="6" y="2"/>
              </a:cxn>
            </a:cxnLst>
            <a:rect l="0" t="0" r="0" b="0"/>
            <a:pathLst>
              <a:path w="5772" h="656">
                <a:moveTo>
                  <a:pt x="6" y="2"/>
                </a:moveTo>
                <a:lnTo>
                  <a:pt x="2542" y="0"/>
                </a:lnTo>
                <a:cubicBezTo>
                  <a:pt x="2746" y="101"/>
                  <a:pt x="3828" y="367"/>
                  <a:pt x="4374" y="367"/>
                </a:cubicBezTo>
                <a:cubicBezTo>
                  <a:pt x="4920" y="367"/>
                  <a:pt x="5526" y="152"/>
                  <a:pt x="5766" y="55"/>
                </a:cubicBezTo>
                <a:lnTo>
                  <a:pt x="5772" y="213"/>
                </a:lnTo>
                <a:cubicBezTo>
                  <a:pt x="5670" y="257"/>
                  <a:pt x="5016" y="441"/>
                  <a:pt x="4302" y="439"/>
                </a:cubicBezTo>
                <a:cubicBezTo>
                  <a:pt x="3588" y="437"/>
                  <a:pt x="2205" y="165"/>
                  <a:pt x="1488" y="201"/>
                </a:cubicBezTo>
                <a:cubicBezTo>
                  <a:pt x="750" y="209"/>
                  <a:pt x="270" y="482"/>
                  <a:pt x="0" y="656"/>
                </a:cubicBezTo>
                <a:lnTo>
                  <a:pt x="6" y="2"/>
                </a:lnTo>
                <a:close/>
              </a:path>
            </a:pathLst>
          </a:custGeom>
          <a:gradFill>
            <a:gsLst>
              <a:gs pos="0">
                <a:schemeClr val="accent2">
                  <a:shade val="50000"/>
                  <a:alpha val="45000"/>
                  <a:satMod val="120000"/>
                </a:schemeClr>
              </a:gs>
              <a:gs pos="100000">
                <a:schemeClr val="accent3">
                  <a:shade val="80000"/>
                  <a:alpha val="55000"/>
                  <a:satMod val="155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dirty="0">
              <a:solidFill>
                <a:schemeClr val="tx1"/>
              </a:solidFill>
              <a:latin typeface="+mn-lt"/>
              <a:ea typeface="+mn-ea"/>
              <a:cs typeface="+mn-cs"/>
            </a:endParaRPr>
          </a:p>
        </p:txBody>
      </p:sp>
      <p:sp>
        <p:nvSpPr>
          <p:cNvPr id="8" name="Freeform 7"/>
          <p:cNvSpPr/>
          <p:nvPr/>
        </p:nvSpPr>
        <p:spPr bwMode="auto">
          <a:xfrm>
            <a:off x="4381500" y="-7144"/>
            <a:ext cx="4762500" cy="638175"/>
          </a:xfrm>
          <a:custGeom>
            <a:avLst>
              <a:gd name="A1" fmla="val 0"/>
              <a:gd name="A2" fmla="val 0"/>
              <a:gd name="A3" fmla="val 0"/>
              <a:gd name="A4" fmla="val 0"/>
              <a:gd name="A5" fmla="val 0"/>
              <a:gd name="A6" fmla="val 0"/>
              <a:gd name="A7" fmla="val 0"/>
              <a:gd name="A8" fmla="val 0"/>
            </a:avLst>
            <a:gdLst/>
            <a:ahLst/>
            <a:cxnLst>
              <a:cxn ang="0">
                <a:pos x="0" y="0"/>
              </a:cxn>
              <a:cxn ang="0">
                <a:pos x="1668" y="564"/>
              </a:cxn>
              <a:cxn ang="0">
                <a:pos x="3000" y="186"/>
              </a:cxn>
              <a:cxn ang="0">
                <a:pos x="3000" y="6"/>
              </a:cxn>
              <a:cxn ang="0">
                <a:pos x="0" y="0"/>
              </a:cxn>
            </a:cxnLst>
            <a:rect l="0" t="0" r="0" b="0"/>
            <a:pathLst>
              <a:path w="3000" h="595">
                <a:moveTo>
                  <a:pt x="0" y="0"/>
                </a:moveTo>
                <a:cubicBezTo>
                  <a:pt x="174" y="102"/>
                  <a:pt x="1168" y="533"/>
                  <a:pt x="1668" y="564"/>
                </a:cubicBezTo>
                <a:cubicBezTo>
                  <a:pt x="2168" y="595"/>
                  <a:pt x="2778" y="279"/>
                  <a:pt x="3000" y="186"/>
                </a:cubicBezTo>
                <a:lnTo>
                  <a:pt x="3000" y="6"/>
                </a:lnTo>
                <a:lnTo>
                  <a:pt x="0" y="0"/>
                </a:lnTo>
                <a:close/>
              </a:path>
            </a:pathLst>
          </a:custGeom>
          <a:gradFill>
            <a:gsLst>
              <a:gs pos="0">
                <a:schemeClr val="accent3">
                  <a:shade val="50000"/>
                  <a:alpha val="30000"/>
                  <a:satMod val="130000"/>
                </a:schemeClr>
              </a:gs>
              <a:gs pos="80000">
                <a:schemeClr val="accent2">
                  <a:shade val="75000"/>
                  <a:alpha val="45000"/>
                  <a:satMod val="140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dirty="0">
              <a:solidFill>
                <a:schemeClr val="tx1"/>
              </a:solidFill>
              <a:latin typeface="+mn-lt"/>
              <a:ea typeface="+mn-ea"/>
              <a:cs typeface="+mn-cs"/>
            </a:endParaRPr>
          </a:p>
        </p:txBody>
      </p:sp>
      <p:sp>
        <p:nvSpPr>
          <p:cNvPr id="9" name="Title Placeholder 8"/>
          <p:cNvSpPr>
            <a:spLocks noGrp="1"/>
          </p:cNvSpPr>
          <p:nvPr>
            <p:ph type="title"/>
          </p:nvPr>
        </p:nvSpPr>
        <p:spPr>
          <a:xfrm>
            <a:off x="457200" y="704088"/>
            <a:ext cx="8229600" cy="1143000"/>
          </a:xfrm>
          <a:prstGeom prst="rect">
            <a:avLst/>
          </a:prstGeom>
        </p:spPr>
        <p:txBody>
          <a:bodyPr vert="horz" lIns="0" rIns="0" bIns="0" anchor="b">
            <a:normAutofit/>
          </a:bodyPr>
          <a:lstStyle/>
          <a:p>
            <a:r>
              <a:rPr kumimoji="0" lang="en-US" smtClean="0"/>
              <a:t>Click to edit Master title style</a:t>
            </a:r>
            <a:endParaRPr kumimoji="0" lang="en-US"/>
          </a:p>
        </p:txBody>
      </p:sp>
      <p:sp>
        <p:nvSpPr>
          <p:cNvPr id="30" name="Text Placeholder 29"/>
          <p:cNvSpPr>
            <a:spLocks noGrp="1"/>
          </p:cNvSpPr>
          <p:nvPr>
            <p:ph type="body" idx="1"/>
          </p:nvPr>
        </p:nvSpPr>
        <p:spPr>
          <a:xfrm>
            <a:off x="457200" y="1935480"/>
            <a:ext cx="8229600" cy="4389120"/>
          </a:xfrm>
          <a:prstGeom prst="rect">
            <a:avLst/>
          </a:prstGeom>
        </p:spPr>
        <p:txBody>
          <a:bodyPr vert="horz">
            <a:normAutofit/>
          </a:bodyPr>
          <a:lstStyle/>
          <a:p>
            <a:pPr lvl="0" eaLnBrk="1" latinLnBrk="0" hangingPunct="1"/>
            <a:r>
              <a:rPr kumimoji="0" lang="en-US" smtClean="0"/>
              <a:t>Click to edit Master text styles</a:t>
            </a:r>
            <a:endParaRPr kumimoji="0" lang="en-US" smtClean="0"/>
          </a:p>
          <a:p>
            <a:pPr lvl="1" eaLnBrk="1" latinLnBrk="0" hangingPunct="1"/>
            <a:r>
              <a:rPr kumimoji="0" lang="en-US" smtClean="0"/>
              <a:t>Second level</a:t>
            </a:r>
            <a:endParaRPr kumimoji="0" lang="en-US" smtClean="0"/>
          </a:p>
          <a:p>
            <a:pPr lvl="2" eaLnBrk="1" latinLnBrk="0" hangingPunct="1"/>
            <a:r>
              <a:rPr kumimoji="0" lang="en-US" smtClean="0"/>
              <a:t>Third level</a:t>
            </a:r>
            <a:endParaRPr kumimoji="0" lang="en-US" smtClean="0"/>
          </a:p>
          <a:p>
            <a:pPr lvl="3" eaLnBrk="1" latinLnBrk="0" hangingPunct="1"/>
            <a:r>
              <a:rPr kumimoji="0" lang="en-US" smtClean="0"/>
              <a:t>Fourth level</a:t>
            </a:r>
            <a:endParaRPr kumimoji="0" lang="en-US" smtClean="0"/>
          </a:p>
          <a:p>
            <a:pPr lvl="4" eaLnBrk="1" latinLnBrk="0" hangingPunct="1"/>
            <a:r>
              <a:rPr kumimoji="0" lang="en-US" smtClean="0"/>
              <a:t>Fifth level</a:t>
            </a:r>
            <a:endParaRPr kumimoji="0" lang="en-US"/>
          </a:p>
        </p:txBody>
      </p:sp>
      <p:sp>
        <p:nvSpPr>
          <p:cNvPr id="10" name="Date Placeholder 9"/>
          <p:cNvSpPr>
            <a:spLocks noGrp="1"/>
          </p:cNvSpPr>
          <p:nvPr>
            <p:ph type="dt" sz="half" idx="2"/>
          </p:nvPr>
        </p:nvSpPr>
        <p:spPr>
          <a:xfrm>
            <a:off x="457200" y="6356350"/>
            <a:ext cx="2133600" cy="365125"/>
          </a:xfrm>
          <a:prstGeom prst="rect">
            <a:avLst/>
          </a:prstGeom>
        </p:spPr>
        <p:txBody>
          <a:bodyPr vert="horz" lIns="0" tIns="0" rIns="0" bIns="0" anchor="b"/>
          <a:lstStyle>
            <a:lvl1pPr algn="l" eaLnBrk="1" latinLnBrk="0" hangingPunct="1">
              <a:defRPr kumimoji="0" sz="1200">
                <a:solidFill>
                  <a:schemeClr val="tx2">
                    <a:shade val="90000"/>
                  </a:schemeClr>
                </a:solidFill>
              </a:defRPr>
            </a:lvl1pPr>
          </a:lstStyle>
          <a:p>
            <a:fld id="{21A27DCC-7CB7-4543-9033-2B2AED58D7A2}" type="datetimeFigureOut">
              <a:rPr lang="en-US" smtClean="0"/>
            </a:fld>
            <a:endParaRPr lang="en-US" dirty="0"/>
          </a:p>
        </p:txBody>
      </p:sp>
      <p:sp>
        <p:nvSpPr>
          <p:cNvPr id="22" name="Footer Placeholder 21"/>
          <p:cNvSpPr>
            <a:spLocks noGrp="1"/>
          </p:cNvSpPr>
          <p:nvPr>
            <p:ph type="ftr" sz="quarter" idx="3"/>
          </p:nvPr>
        </p:nvSpPr>
        <p:spPr>
          <a:xfrm>
            <a:off x="2667000" y="6356350"/>
            <a:ext cx="3352800" cy="365125"/>
          </a:xfrm>
          <a:prstGeom prst="rect">
            <a:avLst/>
          </a:prstGeom>
        </p:spPr>
        <p:txBody>
          <a:bodyPr vert="horz" lIns="0" tIns="0" rIns="0" bIns="0" anchor="b"/>
          <a:lstStyle>
            <a:lvl1pPr algn="l" eaLnBrk="1" latinLnBrk="0" hangingPunct="1">
              <a:defRPr kumimoji="0" sz="1200">
                <a:solidFill>
                  <a:schemeClr val="tx2">
                    <a:shade val="90000"/>
                  </a:schemeClr>
                </a:solidFill>
              </a:defRPr>
            </a:lvl1pPr>
          </a:lstStyle>
          <a:p>
            <a:endParaRPr lang="en-US" dirty="0"/>
          </a:p>
        </p:txBody>
      </p:sp>
      <p:sp>
        <p:nvSpPr>
          <p:cNvPr id="18" name="Slide Number Placeholder 17"/>
          <p:cNvSpPr>
            <a:spLocks noGrp="1"/>
          </p:cNvSpPr>
          <p:nvPr>
            <p:ph type="sldNum" sz="quarter" idx="4"/>
          </p:nvPr>
        </p:nvSpPr>
        <p:spPr>
          <a:xfrm>
            <a:off x="7924800" y="6356350"/>
            <a:ext cx="762000" cy="365125"/>
          </a:xfrm>
          <a:prstGeom prst="rect">
            <a:avLst/>
          </a:prstGeom>
        </p:spPr>
        <p:txBody>
          <a:bodyPr vert="horz" lIns="0" tIns="0" rIns="0" bIns="0" anchor="b"/>
          <a:lstStyle>
            <a:lvl1pPr algn="r" eaLnBrk="1" latinLnBrk="0" hangingPunct="1">
              <a:defRPr kumimoji="0" sz="1200">
                <a:solidFill>
                  <a:schemeClr val="tx2">
                    <a:shade val="90000"/>
                  </a:schemeClr>
                </a:solidFill>
              </a:defRPr>
            </a:lvl1pPr>
          </a:lstStyle>
          <a:p>
            <a:fld id="{DC595314-168F-4CE5-8CBA-37427C2FF6C3}" type="slidenum">
              <a:rPr lang="en-US" smtClean="0"/>
            </a:fld>
            <a:endParaRPr lang="en-US" dirty="0"/>
          </a:p>
        </p:txBody>
      </p:sp>
      <p:grpSp>
        <p:nvGrpSpPr>
          <p:cNvPr id="2" name="Group 1"/>
          <p:cNvGrpSpPr/>
          <p:nvPr/>
        </p:nvGrpSpPr>
        <p:grpSpPr>
          <a:xfrm>
            <a:off x="-19017" y="202408"/>
            <a:ext cx="9180548" cy="649224"/>
            <a:chOff x="-19045" y="216550"/>
            <a:chExt cx="9180548" cy="649224"/>
          </a:xfrm>
        </p:grpSpPr>
        <p:sp>
          <p:nvSpPr>
            <p:cNvPr id="12" name="Freeform 11"/>
            <p:cNvSpPr/>
            <p:nvPr/>
          </p:nvSpPr>
          <p:spPr bwMode="auto">
            <a:xfrm rot="21435692">
              <a:off x="-19045" y="216550"/>
              <a:ext cx="9163050" cy="649224"/>
            </a:xfrm>
            <a:custGeom>
              <a:avLst>
                <a:gd name="A1" fmla="val 0"/>
                <a:gd name="A2" fmla="val 0"/>
                <a:gd name="A3" fmla="val 0"/>
                <a:gd name="A4" fmla="val 0"/>
                <a:gd name="A5" fmla="val 0"/>
                <a:gd name="A6" fmla="val 0"/>
                <a:gd name="A7" fmla="val 0"/>
                <a:gd name="A8" fmla="val 0"/>
              </a:avLst>
              <a:gdLst/>
              <a:ahLst/>
              <a:cxnLst>
                <a:cxn ang="0">
                  <a:pos x="0" y="966"/>
                </a:cxn>
                <a:cxn ang="0">
                  <a:pos x="1608" y="282"/>
                </a:cxn>
                <a:cxn ang="0">
                  <a:pos x="4110" y="1008"/>
                </a:cxn>
                <a:cxn ang="0">
                  <a:pos x="5772" y="0"/>
                </a:cxn>
              </a:cxnLst>
              <a:rect l="0" t="0" r="0" b="0"/>
              <a:pathLst>
                <a:path w="5772" h="1055">
                  <a:moveTo>
                    <a:pt x="0" y="966"/>
                  </a:moveTo>
                  <a:cubicBezTo>
                    <a:pt x="282" y="738"/>
                    <a:pt x="923" y="275"/>
                    <a:pt x="1608" y="282"/>
                  </a:cubicBezTo>
                  <a:cubicBezTo>
                    <a:pt x="2293" y="289"/>
                    <a:pt x="3416" y="1055"/>
                    <a:pt x="4110" y="1008"/>
                  </a:cubicBezTo>
                  <a:cubicBezTo>
                    <a:pt x="4804" y="961"/>
                    <a:pt x="5426" y="210"/>
                    <a:pt x="5772" y="0"/>
                  </a:cubicBezTo>
                </a:path>
              </a:pathLst>
            </a:custGeom>
            <a:noFill/>
            <a:ln w="10795" cap="flat" cmpd="sng" algn="ctr">
              <a:gradFill>
                <a:gsLst>
                  <a:gs pos="74000">
                    <a:schemeClr val="accent3">
                      <a:shade val="75000"/>
                    </a:schemeClr>
                  </a:gs>
                  <a:gs pos="86000">
                    <a:schemeClr val="tx1">
                      <a:alpha val="29000"/>
                    </a:schemeClr>
                  </a:gs>
                  <a:gs pos="16000">
                    <a:schemeClr val="accent2">
                      <a:shade val="75000"/>
                      <a:alpha val="56000"/>
                    </a:schemeClr>
                  </a:gs>
                </a:gsLst>
                <a:lin ang="5400000" scaled="1"/>
              </a:gradFill>
              <a:prstDash val="solid"/>
              <a:round/>
              <a:headEnd type="none" w="med" len="med"/>
              <a:tailEnd type="none" w="med" len="med"/>
            </a:ln>
            <a:effectLst/>
          </p:spPr>
          <p:txBody>
            <a:bodyPr vert="horz" wrap="square" lIns="91440" tIns="45720" rIns="91440" bIns="45720" anchor="t" compatLnSpc="1"/>
            <a:lstStyle/>
            <a:p>
              <a:endParaRPr kumimoji="0" lang="en-US" dirty="0"/>
            </a:p>
          </p:txBody>
        </p:sp>
        <p:sp>
          <p:nvSpPr>
            <p:cNvPr id="13" name="Freeform 12"/>
            <p:cNvSpPr/>
            <p:nvPr/>
          </p:nvSpPr>
          <p:spPr bwMode="auto">
            <a:xfrm rot="21435692">
              <a:off x="-14309" y="290003"/>
              <a:ext cx="9175812" cy="530352"/>
            </a:xfrm>
            <a:custGeom>
              <a:avLst>
                <a:gd name="A1" fmla="val 0"/>
                <a:gd name="A2" fmla="val 0"/>
                <a:gd name="A3" fmla="val 0"/>
                <a:gd name="A4" fmla="val 0"/>
                <a:gd name="A5" fmla="val 0"/>
                <a:gd name="A6" fmla="val 0"/>
                <a:gd name="A7" fmla="val 0"/>
                <a:gd name="A8" fmla="val 0"/>
              </a:avLst>
              <a:gdLst/>
              <a:ahLst/>
              <a:cxnLst>
                <a:cxn ang="0">
                  <a:pos x="0" y="732"/>
                </a:cxn>
                <a:cxn ang="0">
                  <a:pos x="1638" y="228"/>
                </a:cxn>
                <a:cxn ang="0">
                  <a:pos x="4122" y="816"/>
                </a:cxn>
                <a:cxn ang="0">
                  <a:pos x="5766" y="0"/>
                </a:cxn>
              </a:cxnLst>
              <a:rect l="0" t="0" r="0" b="0"/>
              <a:pathLst>
                <a:path w="5766" h="854">
                  <a:moveTo>
                    <a:pt x="0" y="732"/>
                  </a:moveTo>
                  <a:cubicBezTo>
                    <a:pt x="273" y="647"/>
                    <a:pt x="951" y="214"/>
                    <a:pt x="1638" y="228"/>
                  </a:cubicBezTo>
                  <a:cubicBezTo>
                    <a:pt x="2325" y="242"/>
                    <a:pt x="3434" y="854"/>
                    <a:pt x="4122" y="816"/>
                  </a:cubicBezTo>
                  <a:cubicBezTo>
                    <a:pt x="4810" y="778"/>
                    <a:pt x="5424" y="170"/>
                    <a:pt x="5766" y="0"/>
                  </a:cubicBezTo>
                </a:path>
              </a:pathLst>
            </a:custGeom>
            <a:noFill/>
            <a:ln w="9525" cap="flat" cmpd="sng" algn="ctr">
              <a:gradFill>
                <a:gsLst>
                  <a:gs pos="74000">
                    <a:schemeClr val="accent4"/>
                  </a:gs>
                  <a:gs pos="44000">
                    <a:schemeClr val="accent1"/>
                  </a:gs>
                  <a:gs pos="33000">
                    <a:schemeClr val="accent2">
                      <a:alpha val="56000"/>
                    </a:schemeClr>
                  </a:gs>
                </a:gsLst>
                <a:lin ang="5400000" scaled="1"/>
              </a:gradFill>
              <a:prstDash val="solid"/>
              <a:round/>
              <a:headEnd type="none" w="med" len="med"/>
              <a:tailEnd type="none" w="med" len="med"/>
            </a:ln>
            <a:effectLst/>
          </p:spPr>
          <p:txBody>
            <a:bodyPr vert="horz" wrap="square" lIns="91440" tIns="45720" rIns="91440" bIns="45720" anchor="t" compatLnSpc="1"/>
            <a:lstStyle/>
            <a:p>
              <a:endParaRPr kumimoji="0" lang="en-US" dirty="0"/>
            </a:p>
          </p:txBody>
        </p:sp>
      </p:gr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rtl="0" eaLnBrk="1" latinLnBrk="0" hangingPunct="1">
        <a:spcBef>
          <a:spcPct val="0"/>
        </a:spcBef>
        <a:buNone/>
        <a:defRPr kumimoji="0" sz="5000" b="0" kern="1200">
          <a:ln>
            <a:noFill/>
          </a:ln>
          <a:solidFill>
            <a:schemeClr val="tx2"/>
          </a:solidFill>
          <a:effectLst/>
          <a:latin typeface="+mj-lt"/>
          <a:ea typeface="+mj-ea"/>
          <a:cs typeface="+mj-cs"/>
        </a:defRPr>
      </a:lvl1pPr>
    </p:titleStyle>
    <p:bodyStyle>
      <a:lvl1pPr marL="274320" indent="-274320" algn="l" rtl="0" eaLnBrk="1" latinLnBrk="0" hangingPunct="1">
        <a:spcBef>
          <a:spcPct val="20000"/>
        </a:spcBef>
        <a:buClr>
          <a:schemeClr val="accent3"/>
        </a:buClr>
        <a:buSzPct val="95000"/>
        <a:buFont typeface="Wingdings 2" panose="05020102010507070707"/>
        <a:buChar char=""/>
        <a:defRPr kumimoji="0" sz="2600" kern="1200">
          <a:solidFill>
            <a:schemeClr val="tx1"/>
          </a:solidFill>
          <a:latin typeface="+mn-lt"/>
          <a:ea typeface="+mn-ea"/>
          <a:cs typeface="+mn-cs"/>
        </a:defRPr>
      </a:lvl1pPr>
      <a:lvl2pPr marL="640080" indent="-247015" algn="l" rtl="0" eaLnBrk="1" latinLnBrk="0" hangingPunct="1">
        <a:spcBef>
          <a:spcPct val="20000"/>
        </a:spcBef>
        <a:buClr>
          <a:schemeClr val="accent1"/>
        </a:buClr>
        <a:buSzPct val="85000"/>
        <a:buFont typeface="Wingdings 2" panose="05020102010507070707"/>
        <a:buChar char=""/>
        <a:defRPr kumimoji="0" sz="2400" kern="1200">
          <a:solidFill>
            <a:schemeClr val="tx1"/>
          </a:solidFill>
          <a:latin typeface="+mn-lt"/>
          <a:ea typeface="+mn-ea"/>
          <a:cs typeface="+mn-cs"/>
        </a:defRPr>
      </a:lvl2pPr>
      <a:lvl3pPr marL="914400" indent="-247015" algn="l" rtl="0" eaLnBrk="1" latinLnBrk="0" hangingPunct="1">
        <a:spcBef>
          <a:spcPct val="20000"/>
        </a:spcBef>
        <a:buClr>
          <a:schemeClr val="accent2"/>
        </a:buClr>
        <a:buSzPct val="70000"/>
        <a:buFont typeface="Wingdings 2" panose="05020102010507070707"/>
        <a:buChar char=""/>
        <a:defRPr kumimoji="0" sz="2100" kern="1200">
          <a:solidFill>
            <a:schemeClr val="tx1"/>
          </a:solidFill>
          <a:latin typeface="+mn-lt"/>
          <a:ea typeface="+mn-ea"/>
          <a:cs typeface="+mn-cs"/>
        </a:defRPr>
      </a:lvl3pPr>
      <a:lvl4pPr marL="1188720" indent="-210185" algn="l" rtl="0" eaLnBrk="1" latinLnBrk="0" hangingPunct="1">
        <a:spcBef>
          <a:spcPct val="20000"/>
        </a:spcBef>
        <a:buClr>
          <a:schemeClr val="accent3"/>
        </a:buClr>
        <a:buSzPct val="65000"/>
        <a:buFont typeface="Wingdings 2" panose="05020102010507070707"/>
        <a:buChar char=""/>
        <a:defRPr kumimoji="0" sz="2000" kern="1200">
          <a:solidFill>
            <a:schemeClr val="tx1"/>
          </a:solidFill>
          <a:latin typeface="+mn-lt"/>
          <a:ea typeface="+mn-ea"/>
          <a:cs typeface="+mn-cs"/>
        </a:defRPr>
      </a:lvl4pPr>
      <a:lvl5pPr marL="1463040" indent="-210185" algn="l" rtl="0" eaLnBrk="1" latinLnBrk="0" hangingPunct="1">
        <a:spcBef>
          <a:spcPct val="20000"/>
        </a:spcBef>
        <a:buClr>
          <a:schemeClr val="accent4"/>
        </a:buClr>
        <a:buSzPct val="65000"/>
        <a:buFont typeface="Wingdings 2" panose="05020102010507070707"/>
        <a:buChar char=""/>
        <a:defRPr kumimoji="0" sz="2000" kern="1200">
          <a:solidFill>
            <a:schemeClr val="tx1"/>
          </a:solidFill>
          <a:latin typeface="+mn-lt"/>
          <a:ea typeface="+mn-ea"/>
          <a:cs typeface="+mn-cs"/>
        </a:defRPr>
      </a:lvl5pPr>
      <a:lvl6pPr marL="1737360" indent="-210185" algn="l" rtl="0" eaLnBrk="1" latinLnBrk="0" hangingPunct="1">
        <a:spcBef>
          <a:spcPct val="20000"/>
        </a:spcBef>
        <a:buClr>
          <a:schemeClr val="accent5"/>
        </a:buClr>
        <a:buSzPct val="80000"/>
        <a:buFont typeface="Wingdings 2" panose="05020102010507070707"/>
        <a:buChar char=""/>
        <a:defRPr kumimoji="0" sz="1800" kern="1200">
          <a:solidFill>
            <a:schemeClr val="tx1"/>
          </a:solidFill>
          <a:latin typeface="+mn-lt"/>
          <a:ea typeface="+mn-ea"/>
          <a:cs typeface="+mn-cs"/>
        </a:defRPr>
      </a:lvl6pPr>
      <a:lvl7pPr marL="1920240" indent="-182880" algn="l" rtl="0" eaLnBrk="1" latinLnBrk="0" hangingPunct="1">
        <a:spcBef>
          <a:spcPct val="20000"/>
        </a:spcBef>
        <a:buClr>
          <a:schemeClr val="accent6"/>
        </a:buClr>
        <a:buSzPct val="80000"/>
        <a:buFont typeface="Wingdings 2" panose="05020102010507070707"/>
        <a:buChar char=""/>
        <a:defRPr kumimoji="0" sz="1600" kern="1200" baseline="0">
          <a:solidFill>
            <a:schemeClr val="tx1"/>
          </a:solidFill>
          <a:latin typeface="+mn-lt"/>
          <a:ea typeface="+mn-ea"/>
          <a:cs typeface="+mn-cs"/>
        </a:defRPr>
      </a:lvl7pPr>
      <a:lvl8pPr marL="2194560" indent="-182880" algn="l" rtl="0" eaLnBrk="1" latinLnBrk="0" hangingPunct="1">
        <a:spcBef>
          <a:spcPct val="20000"/>
        </a:spcBef>
        <a:buClr>
          <a:schemeClr val="tx2"/>
        </a:buClr>
        <a:buChar char="•"/>
        <a:defRPr kumimoji="0" sz="1600" kern="1200">
          <a:solidFill>
            <a:schemeClr val="tx1"/>
          </a:solidFill>
          <a:latin typeface="+mn-lt"/>
          <a:ea typeface="+mn-ea"/>
          <a:cs typeface="+mn-cs"/>
        </a:defRPr>
      </a:lvl8pPr>
      <a:lvl9pPr marL="2468880" indent="-182880" algn="l" rtl="0" eaLnBrk="1" latinLnBrk="0" hangingPunct="1">
        <a:spcBef>
          <a:spcPct val="20000"/>
        </a:spcBef>
        <a:buClr>
          <a:schemeClr val="tx2"/>
        </a:buClr>
        <a:buFontTx/>
        <a:buChar char="•"/>
        <a:defRPr kumimoji="0" sz="1400" kern="1200" baseline="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2.jpe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hyperlink" Target="https://www.kaggle.com/datasets/adizafar/landslide-prediction-for-muzaffarabadpakistan" TargetMode="External"/></Relationships>
</file>

<file path=ppt/slides/_rels/slide10.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3.jpe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5.png"/><Relationship Id="rId1" Type="http://schemas.openxmlformats.org/officeDocument/2006/relationships/image" Target="../media/image4.png"/></Relationships>
</file>

<file path=ppt/slides/_rels/slide14.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7.png"/><Relationship Id="rId1" Type="http://schemas.openxmlformats.org/officeDocument/2006/relationships/image" Target="../media/image6.png"/></Relationships>
</file>

<file path=ppt/slides/_rels/slide15.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image" Target="../media/image9.png"/><Relationship Id="rId1" Type="http://schemas.openxmlformats.org/officeDocument/2006/relationships/image" Target="../media/image8.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3" name="Rectangle 1"/>
          <p:cNvSpPr>
            <a:spLocks noChangeArrowheads="1"/>
          </p:cNvSpPr>
          <p:nvPr/>
        </p:nvSpPr>
        <p:spPr bwMode="auto">
          <a:xfrm>
            <a:off x="0" y="-8137"/>
            <a:ext cx="9144000" cy="12403395"/>
          </a:xfrm>
          <a:prstGeom prst="rect">
            <a:avLst/>
          </a:prstGeom>
          <a:noFill/>
          <a:ln w="9525">
            <a:noFill/>
            <a:miter lim="800000"/>
          </a:ln>
          <a:effectLst/>
        </p:spPr>
        <p:txBody>
          <a:bodyPr vert="horz" wrap="square" lIns="91440" tIns="45720" rIns="91440" bIns="45720" numCol="1" anchor="ctr" anchorCtr="0" compatLnSpc="1">
            <a:spAutoFit/>
          </a:bodyPr>
          <a:lstStyle/>
          <a:p>
            <a:pPr marL="0" marR="0" lvl="0" indent="0" algn="ctr" defTabSz="914400" rtl="0" eaLnBrk="1" fontAlgn="base" latinLnBrk="0" hangingPunct="1">
              <a:lnSpc>
                <a:spcPct val="100000"/>
              </a:lnSpc>
              <a:spcBef>
                <a:spcPct val="0"/>
              </a:spcBef>
              <a:spcAft>
                <a:spcPct val="0"/>
              </a:spcAft>
              <a:buClrTx/>
              <a:buSzTx/>
              <a:buFontTx/>
              <a:buNone/>
              <a:tabLst>
                <a:tab pos="2171700" algn="ctr"/>
                <a:tab pos="3700145" algn="ctr"/>
              </a:tabLst>
            </a:pPr>
            <a:r>
              <a:rPr kumimoji="0" lang="en-US" sz="3200" b="1" i="0" u="none" strike="noStrike" cap="none" normalizeH="0" baseline="0" dirty="0" smtClean="0">
                <a:ln>
                  <a:noFill/>
                </a:ln>
                <a:solidFill>
                  <a:srgbClr val="595959"/>
                </a:solidFill>
                <a:effectLst/>
                <a:latin typeface="Calibri" panose="020F0502020204030204" pitchFamily="34" charset="0"/>
                <a:ea typeface="Calibri" panose="020F0502020204030204" pitchFamily="34" charset="0"/>
                <a:cs typeface="Mangal"/>
              </a:rPr>
              <a:t>“Land Slide Prediction Using Machine Learning”</a:t>
            </a:r>
            <a:endParaRPr kumimoji="0" lang="en-US" sz="3200" b="1" i="0" u="none" strike="noStrike" cap="none" normalizeH="0" baseline="0" dirty="0" smtClean="0">
              <a:ln>
                <a:noFill/>
              </a:ln>
              <a:solidFill>
                <a:srgbClr val="595959"/>
              </a:solidFill>
              <a:effectLst/>
              <a:latin typeface="Calibri" panose="020F0502020204030204" pitchFamily="34" charset="0"/>
              <a:ea typeface="Calibri" panose="020F0502020204030204" pitchFamily="34" charset="0"/>
              <a:cs typeface="Mangal"/>
            </a:endParaRPr>
          </a:p>
          <a:p>
            <a:pPr marL="0" marR="0" lvl="0" indent="0" algn="ctr" defTabSz="914400" rtl="0" eaLnBrk="1" fontAlgn="base" latinLnBrk="0" hangingPunct="1">
              <a:lnSpc>
                <a:spcPct val="100000"/>
              </a:lnSpc>
              <a:spcBef>
                <a:spcPct val="0"/>
              </a:spcBef>
              <a:spcAft>
                <a:spcPct val="0"/>
              </a:spcAft>
              <a:buClrTx/>
              <a:buSzTx/>
              <a:buFontTx/>
              <a:buNone/>
              <a:tabLst>
                <a:tab pos="2171700" algn="ctr"/>
                <a:tab pos="3700145" algn="ctr"/>
              </a:tabLst>
            </a:pPr>
            <a:endParaRPr lang="en-US" sz="3200" b="1" dirty="0">
              <a:solidFill>
                <a:srgbClr val="595959"/>
              </a:solidFill>
              <a:latin typeface="Calibri" panose="020F0502020204030204" pitchFamily="34" charset="0"/>
              <a:cs typeface="Arial" panose="020B0604020202020204" pitchFamily="34" charset="0"/>
            </a:endParaRPr>
          </a:p>
          <a:p>
            <a:pPr marL="0" marR="0" lvl="0" indent="0" algn="ctr" defTabSz="914400" rtl="0" eaLnBrk="1" fontAlgn="base" latinLnBrk="0" hangingPunct="1">
              <a:lnSpc>
                <a:spcPct val="100000"/>
              </a:lnSpc>
              <a:spcBef>
                <a:spcPct val="0"/>
              </a:spcBef>
              <a:spcAft>
                <a:spcPct val="0"/>
              </a:spcAft>
              <a:buClrTx/>
              <a:buSzTx/>
              <a:buFontTx/>
              <a:buNone/>
              <a:tabLst>
                <a:tab pos="2171700" algn="ctr"/>
                <a:tab pos="3700145" algn="ctr"/>
              </a:tabLst>
            </a:pPr>
            <a:endParaRPr kumimoji="0" lang="en-US" sz="3200" b="1" i="0" u="none" strike="noStrike" cap="none" normalizeH="0" baseline="0" dirty="0" smtClean="0">
              <a:ln>
                <a:noFill/>
              </a:ln>
              <a:solidFill>
                <a:srgbClr val="595959"/>
              </a:solidFill>
              <a:effectLst/>
              <a:latin typeface="Calibri" panose="020F0502020204030204" pitchFamily="34" charset="0"/>
              <a:cs typeface="Arial" panose="020B0604020202020204" pitchFamily="34" charset="0"/>
            </a:endParaRPr>
          </a:p>
          <a:p>
            <a:pPr marL="0" marR="0" lvl="0" indent="0" algn="ctr" defTabSz="914400" rtl="0" eaLnBrk="1" fontAlgn="base" latinLnBrk="0" hangingPunct="1">
              <a:lnSpc>
                <a:spcPct val="100000"/>
              </a:lnSpc>
              <a:spcBef>
                <a:spcPct val="0"/>
              </a:spcBef>
              <a:spcAft>
                <a:spcPct val="0"/>
              </a:spcAft>
              <a:buClrTx/>
              <a:buSzTx/>
              <a:buFontTx/>
              <a:buNone/>
              <a:tabLst>
                <a:tab pos="2171700" algn="ctr"/>
                <a:tab pos="3700145" algn="ctr"/>
              </a:tabLst>
            </a:pPr>
            <a:endParaRPr lang="en-US" sz="3200" b="1" dirty="0">
              <a:solidFill>
                <a:srgbClr val="595959"/>
              </a:solidFill>
              <a:latin typeface="Calibri" panose="020F0502020204030204" pitchFamily="34" charset="0"/>
              <a:cs typeface="Arial" panose="020B0604020202020204" pitchFamily="34" charset="0"/>
            </a:endParaRPr>
          </a:p>
          <a:p>
            <a:pPr marL="0" marR="0" lvl="0" indent="0" algn="ctr" defTabSz="914400" rtl="0" eaLnBrk="1" fontAlgn="base" latinLnBrk="0" hangingPunct="1">
              <a:lnSpc>
                <a:spcPct val="100000"/>
              </a:lnSpc>
              <a:spcBef>
                <a:spcPct val="0"/>
              </a:spcBef>
              <a:spcAft>
                <a:spcPct val="0"/>
              </a:spcAft>
              <a:buClrTx/>
              <a:buSzTx/>
              <a:buFontTx/>
              <a:buNone/>
              <a:tabLst>
                <a:tab pos="2171700" algn="ctr"/>
                <a:tab pos="3700145" algn="ctr"/>
              </a:tabLst>
            </a:pPr>
            <a:endParaRPr kumimoji="0" lang="en-US" sz="3200" b="1" i="0" u="none" strike="noStrike" cap="none" normalizeH="0" baseline="0" dirty="0" smtClean="0">
              <a:ln>
                <a:noFill/>
              </a:ln>
              <a:solidFill>
                <a:srgbClr val="595959"/>
              </a:solidFill>
              <a:effectLst/>
              <a:latin typeface="Calibri" panose="020F0502020204030204" pitchFamily="34" charset="0"/>
              <a:cs typeface="Arial" panose="020B0604020202020204" pitchFamily="34" charset="0"/>
            </a:endParaRPr>
          </a:p>
          <a:p>
            <a:pPr marL="0" marR="0" lvl="0" indent="0" algn="ctr" defTabSz="914400" rtl="0" eaLnBrk="1" fontAlgn="base" latinLnBrk="0" hangingPunct="1">
              <a:lnSpc>
                <a:spcPct val="100000"/>
              </a:lnSpc>
              <a:spcBef>
                <a:spcPct val="0"/>
              </a:spcBef>
              <a:spcAft>
                <a:spcPct val="0"/>
              </a:spcAft>
              <a:buClrTx/>
              <a:buSzTx/>
              <a:buFontTx/>
              <a:buNone/>
              <a:tabLst>
                <a:tab pos="2171700" algn="ctr"/>
                <a:tab pos="3700145" algn="ctr"/>
              </a:tabLst>
            </a:pPr>
            <a:endParaRPr lang="en-US" sz="3200" b="1" dirty="0">
              <a:solidFill>
                <a:srgbClr val="595959"/>
              </a:solidFill>
              <a:latin typeface="Calibri" panose="020F0502020204030204" pitchFamily="34" charset="0"/>
              <a:cs typeface="Arial" panose="020B0604020202020204" pitchFamily="34" charset="0"/>
            </a:endParaRPr>
          </a:p>
          <a:p>
            <a:pPr marL="0" marR="0" lvl="0" indent="0" algn="ctr" defTabSz="914400" rtl="0" eaLnBrk="1" fontAlgn="base" latinLnBrk="0" hangingPunct="1">
              <a:lnSpc>
                <a:spcPct val="100000"/>
              </a:lnSpc>
              <a:spcBef>
                <a:spcPct val="0"/>
              </a:spcBef>
              <a:spcAft>
                <a:spcPct val="0"/>
              </a:spcAft>
              <a:buClrTx/>
              <a:buSzTx/>
              <a:buFontTx/>
              <a:buNone/>
              <a:tabLst>
                <a:tab pos="2171700" algn="ctr"/>
                <a:tab pos="3700145" algn="ctr"/>
              </a:tabLst>
            </a:pPr>
            <a:endParaRPr kumimoji="0" lang="en-US" sz="3200" b="1" i="0" u="none" strike="noStrike" cap="none" normalizeH="0" baseline="0" dirty="0" smtClean="0">
              <a:ln>
                <a:noFill/>
              </a:ln>
              <a:solidFill>
                <a:srgbClr val="595959"/>
              </a:solidFill>
              <a:effectLst/>
              <a:latin typeface="Calibri" panose="020F0502020204030204" pitchFamily="34" charset="0"/>
              <a:cs typeface="Arial" panose="020B0604020202020204" pitchFamily="34" charset="0"/>
            </a:endParaRPr>
          </a:p>
          <a:p>
            <a:pPr algn="ctr" fontAlgn="base">
              <a:spcBef>
                <a:spcPct val="0"/>
              </a:spcBef>
              <a:spcAft>
                <a:spcPct val="0"/>
              </a:spcAft>
              <a:tabLst>
                <a:tab pos="2171700" algn="ctr"/>
                <a:tab pos="3700145" algn="ctr"/>
              </a:tabLst>
            </a:pPr>
            <a:endParaRPr lang="en-US" sz="3200" b="1" dirty="0" smtClean="0">
              <a:solidFill>
                <a:srgbClr val="595959"/>
              </a:solidFill>
              <a:latin typeface="Calibri" panose="020F0502020204030204" pitchFamily="34" charset="0"/>
              <a:cs typeface="Arial" panose="020B0604020202020204" pitchFamily="34" charset="0"/>
            </a:endParaRPr>
          </a:p>
          <a:p>
            <a:pPr algn="ctr" fontAlgn="base">
              <a:spcBef>
                <a:spcPct val="0"/>
              </a:spcBef>
              <a:spcAft>
                <a:spcPct val="0"/>
              </a:spcAft>
              <a:tabLst>
                <a:tab pos="2171700" algn="ctr"/>
                <a:tab pos="3700145" algn="ctr"/>
              </a:tabLst>
            </a:pPr>
            <a:endParaRPr lang="en-US" sz="3200" b="1" dirty="0">
              <a:solidFill>
                <a:srgbClr val="595959"/>
              </a:solidFill>
              <a:latin typeface="Calibri" panose="020F0502020204030204" pitchFamily="34" charset="0"/>
              <a:cs typeface="Arial" panose="020B0604020202020204" pitchFamily="34" charset="0"/>
            </a:endParaRPr>
          </a:p>
          <a:p>
            <a:pPr algn="ctr" fontAlgn="base">
              <a:spcBef>
                <a:spcPct val="0"/>
              </a:spcBef>
              <a:spcAft>
                <a:spcPct val="0"/>
              </a:spcAft>
              <a:tabLst>
                <a:tab pos="2171700" algn="ctr"/>
                <a:tab pos="3700145" algn="ctr"/>
              </a:tabLst>
            </a:pPr>
            <a:endParaRPr lang="en-US" sz="3200" b="1" dirty="0" smtClean="0">
              <a:solidFill>
                <a:srgbClr val="595959"/>
              </a:solidFill>
              <a:latin typeface="Calibri" panose="020F0502020204030204" pitchFamily="34" charset="0"/>
              <a:cs typeface="Arial" panose="020B0604020202020204" pitchFamily="34" charset="0"/>
            </a:endParaRPr>
          </a:p>
          <a:p>
            <a:pPr algn="ctr" fontAlgn="base">
              <a:spcBef>
                <a:spcPct val="0"/>
              </a:spcBef>
              <a:spcAft>
                <a:spcPct val="0"/>
              </a:spcAft>
              <a:tabLst>
                <a:tab pos="2171700" algn="ctr"/>
                <a:tab pos="3700145" algn="ctr"/>
              </a:tabLst>
            </a:pPr>
            <a:endParaRPr lang="en-US" sz="3200" b="1" dirty="0" smtClean="0">
              <a:solidFill>
                <a:srgbClr val="595959"/>
              </a:solidFill>
              <a:latin typeface="Calibri" panose="020F0502020204030204" pitchFamily="34" charset="0"/>
              <a:cs typeface="Arial" panose="020B0604020202020204" pitchFamily="34" charset="0"/>
            </a:endParaRPr>
          </a:p>
          <a:p>
            <a:pPr algn="ctr" fontAlgn="base">
              <a:spcBef>
                <a:spcPct val="0"/>
              </a:spcBef>
              <a:spcAft>
                <a:spcPct val="0"/>
              </a:spcAft>
              <a:tabLst>
                <a:tab pos="2171700" algn="ctr"/>
                <a:tab pos="3700145" algn="ctr"/>
              </a:tabLst>
            </a:pPr>
            <a:endParaRPr lang="en-US" sz="3200" b="1" dirty="0">
              <a:solidFill>
                <a:srgbClr val="595959"/>
              </a:solidFill>
              <a:latin typeface="Calibri" panose="020F0502020204030204" pitchFamily="34" charset="0"/>
              <a:cs typeface="Arial" panose="020B0604020202020204" pitchFamily="34" charset="0"/>
            </a:endParaRPr>
          </a:p>
          <a:p>
            <a:pPr algn="ctr" fontAlgn="base">
              <a:spcBef>
                <a:spcPct val="0"/>
              </a:spcBef>
              <a:spcAft>
                <a:spcPct val="0"/>
              </a:spcAft>
              <a:tabLst>
                <a:tab pos="2171700" algn="ctr"/>
                <a:tab pos="3700145" algn="ctr"/>
              </a:tabLst>
            </a:pPr>
            <a:endParaRPr lang="en-US" sz="3200" b="1" dirty="0" smtClean="0">
              <a:solidFill>
                <a:srgbClr val="595959"/>
              </a:solidFill>
              <a:latin typeface="Calibri" panose="020F0502020204030204" pitchFamily="34" charset="0"/>
              <a:cs typeface="Arial" panose="020B0604020202020204" pitchFamily="34" charset="0"/>
            </a:endParaRPr>
          </a:p>
          <a:p>
            <a:pPr algn="ctr" fontAlgn="base">
              <a:spcBef>
                <a:spcPct val="0"/>
              </a:spcBef>
              <a:spcAft>
                <a:spcPct val="0"/>
              </a:spcAft>
              <a:tabLst>
                <a:tab pos="2171700" algn="ctr"/>
                <a:tab pos="3700145" algn="ctr"/>
              </a:tabLst>
            </a:pPr>
            <a:endParaRPr lang="en-US" sz="3200" b="1" dirty="0">
              <a:solidFill>
                <a:srgbClr val="595959"/>
              </a:solidFill>
              <a:latin typeface="Calibri" panose="020F0502020204030204" pitchFamily="34" charset="0"/>
              <a:cs typeface="Arial" panose="020B0604020202020204" pitchFamily="34" charset="0"/>
            </a:endParaRPr>
          </a:p>
          <a:p>
            <a:pPr algn="ctr" fontAlgn="base">
              <a:spcBef>
                <a:spcPct val="0"/>
              </a:spcBef>
              <a:spcAft>
                <a:spcPct val="0"/>
              </a:spcAft>
              <a:tabLst>
                <a:tab pos="2171700" algn="ctr"/>
                <a:tab pos="3700145" algn="ctr"/>
              </a:tabLst>
            </a:pPr>
            <a:r>
              <a:rPr lang="en-US" sz="3200" b="1" dirty="0" smtClean="0"/>
              <a:t> </a:t>
            </a:r>
            <a:endParaRPr lang="en-US" sz="3200" b="1" dirty="0" smtClean="0"/>
          </a:p>
          <a:p>
            <a:pPr marL="0" marR="0" lvl="0" indent="0" algn="ctr" defTabSz="914400" rtl="0" eaLnBrk="1" fontAlgn="base" latinLnBrk="0" hangingPunct="1">
              <a:lnSpc>
                <a:spcPct val="100000"/>
              </a:lnSpc>
              <a:spcBef>
                <a:spcPct val="0"/>
              </a:spcBef>
              <a:spcAft>
                <a:spcPct val="0"/>
              </a:spcAft>
              <a:buClrTx/>
              <a:buSzTx/>
              <a:buFontTx/>
              <a:buNone/>
              <a:tabLst>
                <a:tab pos="2171700" algn="ctr"/>
                <a:tab pos="3700145" algn="ctr"/>
              </a:tabLst>
            </a:pPr>
            <a:endParaRPr lang="en-US" sz="3200" b="1" dirty="0">
              <a:solidFill>
                <a:srgbClr val="595959"/>
              </a:solidFill>
              <a:latin typeface="Calibri" panose="020F0502020204030204" pitchFamily="34" charset="0"/>
              <a:cs typeface="Arial" panose="020B0604020202020204" pitchFamily="34" charset="0"/>
            </a:endParaRPr>
          </a:p>
          <a:p>
            <a:pPr marL="0" marR="0" lvl="0" indent="0" algn="ctr" defTabSz="914400" rtl="0" eaLnBrk="1" fontAlgn="base" latinLnBrk="0" hangingPunct="1">
              <a:lnSpc>
                <a:spcPct val="100000"/>
              </a:lnSpc>
              <a:spcBef>
                <a:spcPct val="0"/>
              </a:spcBef>
              <a:spcAft>
                <a:spcPct val="0"/>
              </a:spcAft>
              <a:buClrTx/>
              <a:buSzTx/>
              <a:buFontTx/>
              <a:buNone/>
              <a:tabLst>
                <a:tab pos="2171700" algn="ctr"/>
                <a:tab pos="3700145" algn="ctr"/>
              </a:tabLst>
            </a:pPr>
            <a:endParaRPr kumimoji="0" lang="en-US" sz="3200" b="1" i="0" u="none" strike="noStrike" cap="none" normalizeH="0" baseline="0" dirty="0" smtClean="0">
              <a:ln>
                <a:noFill/>
              </a:ln>
              <a:solidFill>
                <a:srgbClr val="595959"/>
              </a:solidFill>
              <a:effectLst/>
              <a:latin typeface="Calibri" panose="020F0502020204030204" pitchFamily="34" charset="0"/>
              <a:cs typeface="Arial" panose="020B0604020202020204" pitchFamily="34" charset="0"/>
            </a:endParaRPr>
          </a:p>
          <a:p>
            <a:pPr marL="0" marR="0" lvl="0" indent="0" algn="ctr" defTabSz="914400" rtl="0" eaLnBrk="1" fontAlgn="base" latinLnBrk="0" hangingPunct="1">
              <a:lnSpc>
                <a:spcPct val="100000"/>
              </a:lnSpc>
              <a:spcBef>
                <a:spcPct val="0"/>
              </a:spcBef>
              <a:spcAft>
                <a:spcPct val="0"/>
              </a:spcAft>
              <a:buClrTx/>
              <a:buSzTx/>
              <a:buFontTx/>
              <a:buNone/>
              <a:tabLst>
                <a:tab pos="2171700" algn="ctr"/>
                <a:tab pos="3700145" algn="ctr"/>
              </a:tabLst>
            </a:pPr>
            <a:endParaRPr lang="en-US" sz="3200" b="1" dirty="0">
              <a:solidFill>
                <a:srgbClr val="595959"/>
              </a:solidFill>
              <a:latin typeface="Calibri" panose="020F0502020204030204" pitchFamily="34" charset="0"/>
              <a:cs typeface="Arial" panose="020B0604020202020204" pitchFamily="34" charset="0"/>
            </a:endParaRPr>
          </a:p>
          <a:p>
            <a:pPr marL="0" marR="0" lvl="0" indent="0" algn="ctr" defTabSz="914400" rtl="0" eaLnBrk="1" fontAlgn="base" latinLnBrk="0" hangingPunct="1">
              <a:lnSpc>
                <a:spcPct val="100000"/>
              </a:lnSpc>
              <a:spcBef>
                <a:spcPct val="0"/>
              </a:spcBef>
              <a:spcAft>
                <a:spcPct val="0"/>
              </a:spcAft>
              <a:buClrTx/>
              <a:buSzTx/>
              <a:buFontTx/>
              <a:buNone/>
              <a:tabLst>
                <a:tab pos="2171700" algn="ctr"/>
                <a:tab pos="3700145" algn="ctr"/>
              </a:tabLst>
            </a:pPr>
            <a:endParaRPr kumimoji="0" lang="en-US" sz="3200" b="1" i="0" u="none" strike="noStrike" cap="none" normalizeH="0" baseline="0" dirty="0" smtClean="0">
              <a:ln>
                <a:noFill/>
              </a:ln>
              <a:solidFill>
                <a:srgbClr val="595959"/>
              </a:solidFill>
              <a:effectLst/>
              <a:latin typeface="Calibri" panose="020F0502020204030204" pitchFamily="34" charset="0"/>
              <a:cs typeface="Arial" panose="020B0604020202020204" pitchFamily="34" charset="0"/>
            </a:endParaRPr>
          </a:p>
          <a:p>
            <a:pPr marL="0" marR="0" lvl="0" indent="0" algn="ctr" defTabSz="914400" rtl="0" eaLnBrk="1" fontAlgn="base" latinLnBrk="0" hangingPunct="1">
              <a:lnSpc>
                <a:spcPct val="100000"/>
              </a:lnSpc>
              <a:spcBef>
                <a:spcPct val="0"/>
              </a:spcBef>
              <a:spcAft>
                <a:spcPct val="0"/>
              </a:spcAft>
              <a:buClrTx/>
              <a:buSzTx/>
              <a:buFontTx/>
              <a:buNone/>
              <a:tabLst>
                <a:tab pos="2171700" algn="ctr"/>
                <a:tab pos="3700145" algn="ctr"/>
              </a:tabLst>
            </a:pPr>
            <a:endParaRPr lang="en-US" sz="3200" b="1" dirty="0">
              <a:solidFill>
                <a:srgbClr val="595959"/>
              </a:solidFill>
              <a:latin typeface="Calibri" panose="020F0502020204030204" pitchFamily="34" charset="0"/>
              <a:cs typeface="Arial" panose="020B0604020202020204" pitchFamily="34" charset="0"/>
            </a:endParaRPr>
          </a:p>
          <a:p>
            <a:pPr marL="0" marR="0" lvl="0" indent="0" algn="ctr" defTabSz="914400" rtl="0" eaLnBrk="1" fontAlgn="base" latinLnBrk="0" hangingPunct="1">
              <a:lnSpc>
                <a:spcPct val="100000"/>
              </a:lnSpc>
              <a:spcBef>
                <a:spcPct val="0"/>
              </a:spcBef>
              <a:spcAft>
                <a:spcPct val="0"/>
              </a:spcAft>
              <a:buClrTx/>
              <a:buSzTx/>
              <a:buFontTx/>
              <a:buNone/>
              <a:tabLst>
                <a:tab pos="2171700" algn="ctr"/>
                <a:tab pos="3700145" algn="ctr"/>
              </a:tabLst>
            </a:pPr>
            <a:endParaRPr kumimoji="0" lang="en-US" sz="3200" b="1" i="0" u="none" strike="noStrike" cap="none" normalizeH="0" baseline="0" dirty="0" smtClean="0">
              <a:ln>
                <a:noFill/>
              </a:ln>
              <a:solidFill>
                <a:srgbClr val="595959"/>
              </a:solidFill>
              <a:effectLst/>
              <a:latin typeface="Calibri" panose="020F0502020204030204" pitchFamily="34" charset="0"/>
              <a:cs typeface="Arial" panose="020B0604020202020204" pitchFamily="34" charset="0"/>
            </a:endParaRPr>
          </a:p>
          <a:p>
            <a:pPr marL="0" marR="0" lvl="0" indent="0" algn="ctr" defTabSz="914400" rtl="0" eaLnBrk="1" fontAlgn="base" latinLnBrk="0" hangingPunct="1">
              <a:lnSpc>
                <a:spcPct val="100000"/>
              </a:lnSpc>
              <a:spcBef>
                <a:spcPct val="0"/>
              </a:spcBef>
              <a:spcAft>
                <a:spcPct val="0"/>
              </a:spcAft>
              <a:buClrTx/>
              <a:buSzTx/>
              <a:buFontTx/>
              <a:buNone/>
              <a:tabLst>
                <a:tab pos="2171700" algn="ctr"/>
                <a:tab pos="3700145" algn="ctr"/>
              </a:tabLst>
            </a:pPr>
            <a:endParaRPr lang="en-US" sz="3200" b="1" dirty="0">
              <a:solidFill>
                <a:srgbClr val="595959"/>
              </a:solidFill>
              <a:latin typeface="Calibri" panose="020F0502020204030204" pitchFamily="34" charset="0"/>
              <a:cs typeface="Arial" panose="020B0604020202020204" pitchFamily="34" charset="0"/>
            </a:endParaRPr>
          </a:p>
          <a:p>
            <a:pPr marL="0" marR="0" lvl="0" indent="0" algn="ctr" defTabSz="914400" rtl="0" eaLnBrk="1" fontAlgn="base" latinLnBrk="0" hangingPunct="1">
              <a:lnSpc>
                <a:spcPct val="100000"/>
              </a:lnSpc>
              <a:spcBef>
                <a:spcPct val="0"/>
              </a:spcBef>
              <a:spcAft>
                <a:spcPct val="0"/>
              </a:spcAft>
              <a:buClrTx/>
              <a:buSzTx/>
              <a:buFontTx/>
              <a:buNone/>
              <a:tabLst>
                <a:tab pos="2171700" algn="ctr"/>
                <a:tab pos="3700145" algn="ctr"/>
              </a:tabLst>
            </a:pPr>
            <a:endParaRPr kumimoji="0" lang="en-US" sz="3200" b="1" i="0" u="none" strike="noStrike" cap="none" normalizeH="0" baseline="0" dirty="0" smtClean="0">
              <a:ln>
                <a:noFill/>
              </a:ln>
              <a:solidFill>
                <a:srgbClr val="595959"/>
              </a:solidFill>
              <a:effectLst/>
              <a:latin typeface="Calibri" panose="020F0502020204030204" pitchFamily="34" charset="0"/>
              <a:cs typeface="Arial" panose="020B0604020202020204" pitchFamily="34" charset="0"/>
            </a:endParaRPr>
          </a:p>
          <a:p>
            <a:pPr marL="0" marR="0" lvl="0" indent="0" algn="ctr" defTabSz="914400" rtl="0" eaLnBrk="1" fontAlgn="base" latinLnBrk="0" hangingPunct="1">
              <a:lnSpc>
                <a:spcPct val="100000"/>
              </a:lnSpc>
              <a:spcBef>
                <a:spcPct val="0"/>
              </a:spcBef>
              <a:spcAft>
                <a:spcPct val="0"/>
              </a:spcAft>
              <a:buClrTx/>
              <a:buSzTx/>
              <a:buFontTx/>
              <a:buNone/>
              <a:tabLst>
                <a:tab pos="2171700" algn="ctr"/>
                <a:tab pos="3700145" algn="ctr"/>
              </a:tabLst>
            </a:pPr>
            <a:endParaRPr kumimoji="0" lang="en-US" sz="3200" b="0" i="0" u="none" strike="noStrike" cap="none" normalizeH="0" baseline="0" dirty="0" smtClean="0">
              <a:ln>
                <a:noFill/>
              </a:ln>
              <a:solidFill>
                <a:schemeClr val="tx1"/>
              </a:solidFill>
              <a:effectLst/>
              <a:latin typeface="Arial" panose="020B0604020202020204" pitchFamily="34" charset="0"/>
              <a:cs typeface="Arial" panose="020B0604020202020204" pitchFamily="34" charset="0"/>
            </a:endParaRPr>
          </a:p>
          <a:p>
            <a:pPr marL="0" marR="0" lvl="0" indent="0" algn="ctr" defTabSz="914400" rtl="0" eaLnBrk="0" fontAlgn="base" latinLnBrk="0" hangingPunct="0">
              <a:lnSpc>
                <a:spcPct val="100000"/>
              </a:lnSpc>
              <a:spcBef>
                <a:spcPct val="0"/>
              </a:spcBef>
              <a:spcAft>
                <a:spcPct val="0"/>
              </a:spcAft>
              <a:buClrTx/>
              <a:buSzTx/>
              <a:buFontTx/>
              <a:buNone/>
              <a:tabLst>
                <a:tab pos="2171700" algn="ctr"/>
                <a:tab pos="3700145" algn="ctr"/>
              </a:tabLst>
            </a:pPr>
            <a:endParaRPr kumimoji="0" lang="en-US" sz="1200" b="1" i="0" u="none" strike="noStrike" cap="none" normalizeH="0" baseline="0" dirty="0" smtClean="0">
              <a:ln>
                <a:noFill/>
              </a:ln>
              <a:solidFill>
                <a:srgbClr val="595959"/>
              </a:solidFill>
              <a:effectLst/>
              <a:latin typeface="Calibri" panose="020F0502020204030204" pitchFamily="34" charset="0"/>
              <a:ea typeface="Calibri" panose="020F0502020204030204" pitchFamily="34" charset="0"/>
              <a:cs typeface="Mangal"/>
            </a:endParaRPr>
          </a:p>
          <a:p>
            <a:pPr marL="0" marR="0" lvl="0" indent="0" algn="ctr" defTabSz="914400" rtl="0" eaLnBrk="0" fontAlgn="base" latinLnBrk="0" hangingPunct="0">
              <a:lnSpc>
                <a:spcPct val="100000"/>
              </a:lnSpc>
              <a:spcBef>
                <a:spcPct val="0"/>
              </a:spcBef>
              <a:spcAft>
                <a:spcPct val="0"/>
              </a:spcAft>
              <a:buClrTx/>
              <a:buSzTx/>
              <a:buFontTx/>
              <a:buNone/>
              <a:tabLst>
                <a:tab pos="2171700" algn="ctr"/>
                <a:tab pos="3700145" algn="ctr"/>
              </a:tabLst>
            </a:pPr>
            <a:r>
              <a:rPr kumimoji="0" lang="en-US" sz="2000" b="0" i="0" u="none" strike="noStrike" cap="none" normalizeH="0" baseline="0" dirty="0" smtClean="0">
                <a:ln>
                  <a:noFill/>
                </a:ln>
                <a:solidFill>
                  <a:srgbClr val="4472C4"/>
                </a:solidFill>
                <a:effectLst/>
                <a:latin typeface="Arial" panose="020B0604020202020204" pitchFamily="34" charset="0"/>
                <a:ea typeface="Calibri" panose="020F0502020204030204" pitchFamily="34" charset="0"/>
                <a:cs typeface="Arial" panose="020B0604020202020204" pitchFamily="34" charset="0"/>
              </a:rPr>
              <a:t>                                   </a:t>
            </a:r>
            <a:endParaRPr kumimoji="0" lang="en-US" sz="2000" b="0" i="0" u="none" strike="noStrike" cap="none" normalizeH="0" baseline="0" dirty="0" smtClean="0">
              <a:ln>
                <a:noFill/>
              </a:ln>
              <a:solidFill>
                <a:schemeClr val="tx1"/>
              </a:solidFill>
              <a:effectLst/>
              <a:latin typeface="Arial" panose="020B0604020202020204" pitchFamily="34" charset="0"/>
              <a:cs typeface="Arial" panose="020B0604020202020204" pitchFamily="34" charset="0"/>
            </a:endParaRPr>
          </a:p>
        </p:txBody>
      </p:sp>
      <p:pic>
        <p:nvPicPr>
          <p:cNvPr id="28675" name="Picture 3" descr="Frontiers | Data-Driven Landslide Nowcasting at the Global Scale"/>
          <p:cNvPicPr>
            <a:picLocks noChangeAspect="1" noChangeArrowheads="1"/>
          </p:cNvPicPr>
          <p:nvPr/>
        </p:nvPicPr>
        <p:blipFill>
          <a:blip r:embed="rId1" cstate="print"/>
          <a:srcRect/>
          <a:stretch>
            <a:fillRect/>
          </a:stretch>
        </p:blipFill>
        <p:spPr bwMode="auto">
          <a:xfrm>
            <a:off x="0" y="908720"/>
            <a:ext cx="9144000" cy="3384376"/>
          </a:xfrm>
          <a:prstGeom prst="rect">
            <a:avLst/>
          </a:prstGeom>
          <a:noFill/>
        </p:spPr>
      </p:pic>
      <p:sp>
        <p:nvSpPr>
          <p:cNvPr id="6" name="Rectangle 5"/>
          <p:cNvSpPr/>
          <p:nvPr/>
        </p:nvSpPr>
        <p:spPr>
          <a:xfrm>
            <a:off x="6345238" y="4507211"/>
            <a:ext cx="2286000" cy="922020"/>
          </a:xfrm>
          <a:prstGeom prst="rect">
            <a:avLst/>
          </a:prstGeom>
        </p:spPr>
        <p:txBody>
          <a:bodyPr>
            <a:spAutoFit/>
          </a:bodyPr>
          <a:lstStyle/>
          <a:p>
            <a:pPr lvl="0" algn="ctr" fontAlgn="base">
              <a:spcBef>
                <a:spcPct val="0"/>
              </a:spcBef>
              <a:spcAft>
                <a:spcPct val="0"/>
              </a:spcAft>
              <a:tabLst>
                <a:tab pos="2171700" algn="ctr"/>
                <a:tab pos="3700145" algn="ctr"/>
              </a:tabLst>
            </a:pPr>
            <a:r>
              <a:rPr lang="en-US" b="1" dirty="0">
                <a:solidFill>
                  <a:prstClr val="black"/>
                </a:solidFill>
              </a:rPr>
              <a:t> presented by </a:t>
            </a:r>
            <a:endParaRPr lang="en-US" b="1" dirty="0">
              <a:solidFill>
                <a:prstClr val="black"/>
              </a:solidFill>
            </a:endParaRPr>
          </a:p>
          <a:p>
            <a:pPr lvl="0" algn="ctr" fontAlgn="base">
              <a:spcBef>
                <a:spcPct val="0"/>
              </a:spcBef>
              <a:spcAft>
                <a:spcPct val="0"/>
              </a:spcAft>
              <a:tabLst>
                <a:tab pos="2171700" algn="ctr"/>
                <a:tab pos="3700145" algn="ctr"/>
              </a:tabLst>
            </a:pPr>
            <a:r>
              <a:rPr lang="en-US" b="1" dirty="0">
                <a:solidFill>
                  <a:prstClr val="black"/>
                </a:solidFill>
              </a:rPr>
              <a:t>                                                                  </a:t>
            </a:r>
            <a:r>
              <a:rPr lang="en-US" b="1" dirty="0" smtClean="0">
                <a:solidFill>
                  <a:prstClr val="black"/>
                </a:solidFill>
              </a:rPr>
              <a:t>Abdul Wahed</a:t>
            </a:r>
            <a:endParaRPr lang="en-US" dirty="0"/>
          </a:p>
        </p:txBody>
      </p:sp>
      <p:sp>
        <p:nvSpPr>
          <p:cNvPr id="7" name="Rectangle 6"/>
          <p:cNvSpPr/>
          <p:nvPr/>
        </p:nvSpPr>
        <p:spPr>
          <a:xfrm>
            <a:off x="395536" y="4797152"/>
            <a:ext cx="2952328" cy="1200329"/>
          </a:xfrm>
          <a:prstGeom prst="rect">
            <a:avLst/>
          </a:prstGeom>
        </p:spPr>
        <p:txBody>
          <a:bodyPr wrap="square">
            <a:spAutoFit/>
          </a:bodyPr>
          <a:lstStyle/>
          <a:p>
            <a:pPr lvl="0" algn="ctr" fontAlgn="base">
              <a:spcBef>
                <a:spcPct val="0"/>
              </a:spcBef>
              <a:spcAft>
                <a:spcPct val="0"/>
              </a:spcAft>
              <a:tabLst>
                <a:tab pos="2171700" algn="ctr"/>
                <a:tab pos="3700145" algn="ctr"/>
              </a:tabLst>
            </a:pPr>
            <a:r>
              <a:rPr lang="en-US" sz="1200" b="1" dirty="0">
                <a:solidFill>
                  <a:prstClr val="black"/>
                </a:solidFill>
              </a:rPr>
              <a:t> Guided </a:t>
            </a:r>
            <a:r>
              <a:rPr lang="en-US" sz="1200" b="1" dirty="0" smtClean="0">
                <a:solidFill>
                  <a:prstClr val="black"/>
                </a:solidFill>
              </a:rPr>
              <a:t>by</a:t>
            </a:r>
            <a:endParaRPr lang="en-US" sz="1200" b="1" dirty="0" smtClean="0">
              <a:solidFill>
                <a:prstClr val="black"/>
              </a:solidFill>
            </a:endParaRPr>
          </a:p>
          <a:p>
            <a:pPr lvl="0" algn="ctr" fontAlgn="base">
              <a:spcBef>
                <a:spcPct val="0"/>
              </a:spcBef>
              <a:spcAft>
                <a:spcPct val="0"/>
              </a:spcAft>
              <a:tabLst>
                <a:tab pos="2171700" algn="ctr"/>
                <a:tab pos="3700145" algn="ctr"/>
              </a:tabLst>
            </a:pPr>
            <a:endParaRPr lang="en-US" sz="1200" b="1" dirty="0">
              <a:solidFill>
                <a:prstClr val="black"/>
              </a:solidFill>
            </a:endParaRPr>
          </a:p>
          <a:p>
            <a:r>
              <a:rPr lang="en-US" sz="1200" b="1" dirty="0">
                <a:solidFill>
                  <a:prstClr val="black"/>
                </a:solidFill>
              </a:rPr>
              <a:t>Er</a:t>
            </a:r>
            <a:r>
              <a:rPr lang="en-US" sz="1200" b="1" dirty="0" smtClean="0">
                <a:solidFill>
                  <a:prstClr val="black"/>
                </a:solidFill>
              </a:rPr>
              <a:t>.  </a:t>
            </a:r>
            <a:r>
              <a:rPr lang="en-US" sz="1200" b="1" dirty="0">
                <a:solidFill>
                  <a:prstClr val="black"/>
                </a:solidFill>
              </a:rPr>
              <a:t>Soumya </a:t>
            </a:r>
            <a:r>
              <a:rPr lang="en-US" sz="1200" b="1" dirty="0" smtClean="0">
                <a:solidFill>
                  <a:prstClr val="black"/>
                </a:solidFill>
              </a:rPr>
              <a:t> Snigdha   Mohapatra </a:t>
            </a:r>
            <a:endParaRPr lang="en-US" sz="1200" b="1" dirty="0" smtClean="0">
              <a:solidFill>
                <a:prstClr val="black"/>
              </a:solidFill>
            </a:endParaRPr>
          </a:p>
          <a:p>
            <a:r>
              <a:rPr lang="en-US" sz="1200" b="1" dirty="0" smtClean="0">
                <a:solidFill>
                  <a:prstClr val="black"/>
                </a:solidFill>
              </a:rPr>
              <a:t> </a:t>
            </a:r>
            <a:r>
              <a:rPr lang="en-US" sz="1200" b="1" dirty="0" smtClean="0"/>
              <a:t>Asst . Professor	            </a:t>
            </a:r>
            <a:endParaRPr lang="en-US" sz="1200" b="1" dirty="0" smtClean="0"/>
          </a:p>
          <a:p>
            <a:r>
              <a:rPr lang="en-US" sz="1200" b="1" dirty="0" smtClean="0"/>
              <a:t> Dept . of Computer Science &amp; Engg .           </a:t>
            </a:r>
            <a:endParaRPr lang="en-US" sz="1200" dirty="0" smtClean="0"/>
          </a:p>
          <a:p>
            <a:pPr lvl="0"/>
            <a:endParaRPr lang="en-US" sz="1200" dirty="0">
              <a:solidFill>
                <a:prstClr val="black"/>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51520" y="794802"/>
            <a:ext cx="8892480" cy="6063198"/>
          </a:xfrm>
          <a:prstGeom prst="rect">
            <a:avLst/>
          </a:prstGeom>
          <a:noFill/>
        </p:spPr>
        <p:txBody>
          <a:bodyPr wrap="square" rtlCol="0">
            <a:spAutoFit/>
          </a:bodyPr>
          <a:lstStyle/>
          <a:p>
            <a:pPr algn="ctr"/>
            <a:r>
              <a:rPr lang="en-US" sz="4000" b="1" dirty="0" smtClean="0"/>
              <a:t>CONTENTS</a:t>
            </a:r>
            <a:endParaRPr lang="en-US" sz="4000" b="1" dirty="0" smtClean="0"/>
          </a:p>
          <a:p>
            <a:pPr algn="ctr"/>
            <a:endParaRPr lang="en-US" sz="2800" dirty="0" smtClean="0"/>
          </a:p>
          <a:p>
            <a:pPr marL="457200" indent="-457200">
              <a:buFont typeface="Arial" panose="020B0604020202020204" pitchFamily="34" charset="0"/>
              <a:buChar char="•"/>
            </a:pPr>
            <a:r>
              <a:rPr lang="en-US" sz="4000" b="1" dirty="0" smtClean="0"/>
              <a:t>Introduction</a:t>
            </a:r>
            <a:endParaRPr lang="en-US" sz="4000" b="1" dirty="0" smtClean="0"/>
          </a:p>
          <a:p>
            <a:pPr marL="457200" indent="-457200">
              <a:buFont typeface="Arial" panose="020B0604020202020204" pitchFamily="34" charset="0"/>
              <a:buChar char="•"/>
            </a:pPr>
            <a:r>
              <a:rPr lang="en-US" sz="4000" b="1" dirty="0" smtClean="0"/>
              <a:t>Objective </a:t>
            </a:r>
            <a:endParaRPr lang="en-US" sz="4000" b="1" dirty="0" smtClean="0"/>
          </a:p>
          <a:p>
            <a:pPr marL="457200" indent="-457200">
              <a:buFont typeface="Arial" panose="020B0604020202020204" pitchFamily="34" charset="0"/>
              <a:buChar char="•"/>
            </a:pPr>
            <a:r>
              <a:rPr lang="en-US" sz="4000" b="1" dirty="0" smtClean="0"/>
              <a:t>Literature survey</a:t>
            </a:r>
            <a:endParaRPr lang="en-US" sz="4000" b="1" dirty="0" smtClean="0"/>
          </a:p>
          <a:p>
            <a:pPr marL="457200" indent="-457200">
              <a:buFont typeface="Arial" panose="020B0604020202020204" pitchFamily="34" charset="0"/>
              <a:buChar char="•"/>
            </a:pPr>
            <a:r>
              <a:rPr lang="en-US" sz="4000" b="1" dirty="0" smtClean="0"/>
              <a:t>Data collection</a:t>
            </a:r>
            <a:endParaRPr lang="en-US" sz="4000" b="1" dirty="0" smtClean="0"/>
          </a:p>
          <a:p>
            <a:pPr marL="457200" indent="-457200">
              <a:buFont typeface="Arial" panose="020B0604020202020204" pitchFamily="34" charset="0"/>
              <a:buChar char="•"/>
            </a:pPr>
            <a:r>
              <a:rPr lang="en-US" sz="4000" b="1" dirty="0" smtClean="0"/>
              <a:t>Methodology</a:t>
            </a:r>
            <a:endParaRPr lang="en-US" sz="4000" b="1" dirty="0" smtClean="0"/>
          </a:p>
          <a:p>
            <a:pPr marL="457200" indent="-457200">
              <a:buFont typeface="Arial" panose="020B0604020202020204" pitchFamily="34" charset="0"/>
              <a:buChar char="•"/>
            </a:pPr>
            <a:r>
              <a:rPr lang="en-US" sz="4000" b="1" dirty="0" smtClean="0"/>
              <a:t>Result</a:t>
            </a:r>
            <a:endParaRPr lang="en-US" sz="4000" b="1" dirty="0" smtClean="0"/>
          </a:p>
          <a:p>
            <a:pPr marL="457200" indent="-457200">
              <a:buFont typeface="Arial" panose="020B0604020202020204" pitchFamily="34" charset="0"/>
              <a:buChar char="•"/>
            </a:pPr>
            <a:r>
              <a:rPr lang="en-US" sz="4000" b="1" dirty="0" smtClean="0"/>
              <a:t>Conclusion &amp; future scope</a:t>
            </a:r>
            <a:endParaRPr lang="en-US" sz="4000" b="1" dirty="0" smtClean="0"/>
          </a:p>
          <a:p>
            <a:pPr marL="457200" indent="-457200">
              <a:buFont typeface="Arial" panose="020B0604020202020204" pitchFamily="34" charset="0"/>
              <a:buChar char="•"/>
            </a:pPr>
            <a:r>
              <a:rPr lang="en-US" sz="4000" b="1" dirty="0" smtClean="0"/>
              <a:t>Reference</a:t>
            </a:r>
            <a:endParaRPr lang="en-US" sz="4000" b="1"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980987" y="836712"/>
            <a:ext cx="3028906" cy="707886"/>
          </a:xfrm>
          <a:prstGeom prst="rect">
            <a:avLst/>
          </a:prstGeom>
          <a:noFill/>
        </p:spPr>
        <p:txBody>
          <a:bodyPr wrap="none" lIns="91440" tIns="45720" rIns="91440" bIns="45720">
            <a:spAutoFit/>
          </a:bodyPr>
          <a:lstStyle/>
          <a:p>
            <a:pPr algn="ctr"/>
            <a:r>
              <a:rPr lang="en-US" sz="4000" dirty="0">
                <a:ln w="18415" cmpd="sng">
                  <a:solidFill>
                    <a:srgbClr val="FFFFFF"/>
                  </a:solidFill>
                  <a:prstDash val="solid"/>
                </a:ln>
                <a:solidFill>
                  <a:srgbClr val="FFFFFF"/>
                </a:solidFill>
                <a:effectLst>
                  <a:outerShdw blurRad="63500" dir="3600000" algn="tl" rotWithShape="0">
                    <a:srgbClr val="000000">
                      <a:alpha val="70000"/>
                    </a:srgbClr>
                  </a:outerShdw>
                </a:effectLst>
              </a:rPr>
              <a:t>I</a:t>
            </a:r>
            <a:r>
              <a:rPr lang="en-US" sz="4000" b="0" cap="none" spc="0" dirty="0" smtClean="0">
                <a:ln w="18415" cmpd="sng">
                  <a:solidFill>
                    <a:srgbClr val="FFFFFF"/>
                  </a:solidFill>
                  <a:prstDash val="solid"/>
                </a:ln>
                <a:solidFill>
                  <a:srgbClr val="FFFFFF"/>
                </a:solidFill>
                <a:effectLst>
                  <a:outerShdw blurRad="63500" dir="3600000" algn="tl" rotWithShape="0">
                    <a:srgbClr val="000000">
                      <a:alpha val="70000"/>
                    </a:srgbClr>
                  </a:outerShdw>
                </a:effectLst>
              </a:rPr>
              <a:t>ntroduction</a:t>
            </a:r>
            <a:endParaRPr lang="en-US" sz="4000" b="0" cap="none" spc="0" dirty="0">
              <a:ln w="18415" cmpd="sng">
                <a:solidFill>
                  <a:srgbClr val="FFFFFF"/>
                </a:solidFill>
                <a:prstDash val="solid"/>
              </a:ln>
              <a:solidFill>
                <a:srgbClr val="FFFFFF"/>
              </a:solidFill>
              <a:effectLst>
                <a:outerShdw blurRad="63500" dir="3600000" algn="tl" rotWithShape="0">
                  <a:srgbClr val="000000">
                    <a:alpha val="70000"/>
                  </a:srgbClr>
                </a:outerShdw>
              </a:effectLst>
            </a:endParaRPr>
          </a:p>
        </p:txBody>
      </p:sp>
      <p:sp>
        <p:nvSpPr>
          <p:cNvPr id="3" name="TextBox 2"/>
          <p:cNvSpPr txBox="1"/>
          <p:nvPr/>
        </p:nvSpPr>
        <p:spPr>
          <a:xfrm>
            <a:off x="1763688" y="2060848"/>
            <a:ext cx="4896544" cy="461665"/>
          </a:xfrm>
          <a:prstGeom prst="rect">
            <a:avLst/>
          </a:prstGeom>
          <a:noFill/>
        </p:spPr>
        <p:txBody>
          <a:bodyPr wrap="square" rtlCol="0">
            <a:spAutoFit/>
          </a:bodyPr>
          <a:lstStyle/>
          <a:p>
            <a:r>
              <a:rPr lang="en-US" sz="2400" dirty="0" smtClean="0"/>
              <a:t>What Is Landslide  Prediction ?</a:t>
            </a:r>
            <a:endParaRPr lang="en-US" sz="2400" dirty="0"/>
          </a:p>
        </p:txBody>
      </p:sp>
      <p:sp>
        <p:nvSpPr>
          <p:cNvPr id="4" name="Rectangle 3"/>
          <p:cNvSpPr/>
          <p:nvPr/>
        </p:nvSpPr>
        <p:spPr>
          <a:xfrm>
            <a:off x="395536" y="2564904"/>
            <a:ext cx="8568952" cy="5078313"/>
          </a:xfrm>
          <a:prstGeom prst="rect">
            <a:avLst/>
          </a:prstGeom>
        </p:spPr>
        <p:txBody>
          <a:bodyPr wrap="square">
            <a:spAutoFit/>
          </a:bodyPr>
          <a:lstStyle/>
          <a:p>
            <a:pPr>
              <a:buFont typeface="Arial" panose="020B0604020202020204" pitchFamily="34" charset="0"/>
              <a:buChar char="•"/>
            </a:pPr>
            <a:r>
              <a:rPr lang="en-US" dirty="0" smtClean="0"/>
              <a:t>A </a:t>
            </a:r>
            <a:r>
              <a:rPr lang="en-US" dirty="0"/>
              <a:t>landslide is a natural disaster that occurs when a mass of soil, rock, or debris slides down a slope or cliff. It is a type of mass wasting, which refers to the movement of earth materials under the influence of gravity. Landslides can be triggered by a variety of factors, such as heavy rainfall, earthquake, volcanic eruption, human activities, or changes in the slope's stability</a:t>
            </a:r>
            <a:r>
              <a:rPr lang="en-US" dirty="0" smtClean="0"/>
              <a:t>.</a:t>
            </a:r>
            <a:endParaRPr lang="en-US" dirty="0" smtClean="0"/>
          </a:p>
          <a:p>
            <a:pPr>
              <a:buFont typeface="Arial" panose="020B0604020202020204" pitchFamily="34" charset="0"/>
              <a:buChar char="•"/>
            </a:pPr>
            <a:endParaRPr lang="en-US" dirty="0" smtClean="0"/>
          </a:p>
          <a:p>
            <a:pPr>
              <a:buFont typeface="Arial" panose="020B0604020202020204" pitchFamily="34" charset="0"/>
              <a:buChar char="•"/>
            </a:pPr>
            <a:r>
              <a:rPr lang="en-US" dirty="0" smtClean="0"/>
              <a:t>Landslides can cause significant damage to infrastructure, property, and human life.      They can also have long-term impacts on the environment, such as altering the landscape, changing drainage patterns, and creating new habitats for plants and animals. Understanding the causes, triggers, and characteristics of landslides is      important for mitigating their impact and reducing the risk of future disasters.</a:t>
            </a:r>
            <a:endParaRPr lang="en-US" dirty="0" smtClean="0"/>
          </a:p>
          <a:p>
            <a:pPr>
              <a:buFont typeface="Arial" panose="020B0604020202020204" pitchFamily="34" charset="0"/>
              <a:buChar char="•"/>
            </a:pPr>
            <a:endParaRPr lang="en-US" dirty="0"/>
          </a:p>
          <a:p>
            <a:pPr>
              <a:buFont typeface="Arial" panose="020B0604020202020204" pitchFamily="34" charset="0"/>
              <a:buChar char="•"/>
            </a:pPr>
            <a:r>
              <a:rPr lang="en-US" dirty="0" smtClean="0"/>
              <a:t> Landslides are a major geologic hazard in the u . s – 25 to 50 fatalities per  year </a:t>
            </a:r>
            <a:endParaRPr lang="en-US" dirty="0" smtClean="0"/>
          </a:p>
          <a:p>
            <a:r>
              <a:rPr lang="en-US" dirty="0" smtClean="0"/>
              <a:t>  -$1B to $3B property damages </a:t>
            </a:r>
            <a:endParaRPr lang="en-US" dirty="0"/>
          </a:p>
          <a:p>
            <a:endParaRPr lang="en-US" dirty="0" smtClean="0"/>
          </a:p>
          <a:p>
            <a:endParaRPr lang="en-US" dirty="0"/>
          </a:p>
          <a:p>
            <a:endParaRPr lang="en-US" dirty="0" smtClean="0"/>
          </a:p>
          <a:p>
            <a:endParaRPr lang="en-US"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p:cNvSpPr txBox="1"/>
          <p:nvPr/>
        </p:nvSpPr>
        <p:spPr>
          <a:xfrm>
            <a:off x="323528" y="1916832"/>
            <a:ext cx="9144000" cy="4339650"/>
          </a:xfrm>
          <a:prstGeom prst="rect">
            <a:avLst/>
          </a:prstGeom>
          <a:noFill/>
        </p:spPr>
        <p:txBody>
          <a:bodyPr wrap="square" rtlCol="0">
            <a:spAutoFit/>
          </a:bodyPr>
          <a:lstStyle/>
          <a:p>
            <a:pPr marL="342900" indent="-342900"/>
            <a:r>
              <a:rPr lang="en-US" sz="2000" b="1" dirty="0"/>
              <a:t>1</a:t>
            </a:r>
            <a:r>
              <a:rPr lang="en-US" b="1" dirty="0" smtClean="0"/>
              <a:t>. Loss </a:t>
            </a:r>
            <a:r>
              <a:rPr lang="en-US" b="1" dirty="0"/>
              <a:t>of Lives and Properties Being </a:t>
            </a:r>
            <a:r>
              <a:rPr lang="en-US" b="1" dirty="0" smtClean="0"/>
              <a:t>Destroyed</a:t>
            </a:r>
            <a:endParaRPr lang="en-US" dirty="0" smtClean="0"/>
          </a:p>
          <a:p>
            <a:pPr marL="342900" indent="-342900"/>
            <a:r>
              <a:rPr lang="en-US" dirty="0" smtClean="0"/>
              <a:t>The </a:t>
            </a:r>
            <a:r>
              <a:rPr lang="en-US" dirty="0"/>
              <a:t>mass of the rock or the piece of earth can lead to heavy property destruction </a:t>
            </a:r>
            <a:r>
              <a:rPr lang="en-US" dirty="0" smtClean="0"/>
              <a:t>and</a:t>
            </a:r>
            <a:endParaRPr lang="en-US" dirty="0" smtClean="0"/>
          </a:p>
          <a:p>
            <a:pPr marL="342900" indent="-342900"/>
            <a:r>
              <a:rPr lang="en-US" dirty="0" smtClean="0"/>
              <a:t>people </a:t>
            </a:r>
            <a:r>
              <a:rPr lang="en-US" dirty="0"/>
              <a:t>getting stuck beneath it can even lead to death</a:t>
            </a:r>
            <a:r>
              <a:rPr lang="en-US" dirty="0" smtClean="0"/>
              <a:t>.</a:t>
            </a:r>
            <a:endParaRPr lang="en-US" dirty="0" smtClean="0"/>
          </a:p>
          <a:p>
            <a:pPr marL="342900" indent="-342900"/>
            <a:endParaRPr lang="en-US" dirty="0"/>
          </a:p>
          <a:p>
            <a:r>
              <a:rPr lang="en-US" sz="2000" b="1" dirty="0" smtClean="0"/>
              <a:t>2.</a:t>
            </a:r>
            <a:r>
              <a:rPr lang="en-US" b="1" dirty="0" smtClean="0"/>
              <a:t> </a:t>
            </a:r>
            <a:r>
              <a:rPr lang="en-US" b="1" dirty="0"/>
              <a:t>Communication </a:t>
            </a:r>
            <a:r>
              <a:rPr lang="en-US" b="1" dirty="0" smtClean="0"/>
              <a:t>Problems</a:t>
            </a:r>
            <a:endParaRPr lang="en-US" b="1" dirty="0" smtClean="0"/>
          </a:p>
          <a:p>
            <a:r>
              <a:rPr lang="en-US" dirty="0" smtClean="0"/>
              <a:t>The </a:t>
            </a:r>
            <a:r>
              <a:rPr lang="en-US" dirty="0"/>
              <a:t>mass when falls on roads or other riding lanes </a:t>
            </a:r>
            <a:r>
              <a:rPr lang="en-US" dirty="0" smtClean="0"/>
              <a:t>can lead </a:t>
            </a:r>
            <a:r>
              <a:rPr lang="en-US" dirty="0"/>
              <a:t>to blockage leading </a:t>
            </a:r>
            <a:r>
              <a:rPr lang="en-US" dirty="0" smtClean="0"/>
              <a:t> to </a:t>
            </a:r>
            <a:r>
              <a:rPr lang="en-US" dirty="0"/>
              <a:t>communication problems</a:t>
            </a:r>
            <a:r>
              <a:rPr lang="en-US" dirty="0" smtClean="0"/>
              <a:t>.</a:t>
            </a:r>
            <a:endParaRPr lang="en-US" dirty="0" smtClean="0"/>
          </a:p>
          <a:p>
            <a:endParaRPr lang="en-US" dirty="0"/>
          </a:p>
          <a:p>
            <a:r>
              <a:rPr lang="en-US" b="1" dirty="0" smtClean="0"/>
              <a:t>3. </a:t>
            </a:r>
            <a:r>
              <a:rPr lang="en-US" b="1" dirty="0"/>
              <a:t>River </a:t>
            </a:r>
            <a:r>
              <a:rPr lang="en-US" b="1" dirty="0" smtClean="0"/>
              <a:t>Blockage</a:t>
            </a:r>
            <a:r>
              <a:rPr lang="en-US" dirty="0"/>
              <a:t> </a:t>
            </a:r>
            <a:endParaRPr lang="en-US" dirty="0" smtClean="0"/>
          </a:p>
          <a:p>
            <a:r>
              <a:rPr lang="en-US" dirty="0" smtClean="0"/>
              <a:t>The </a:t>
            </a:r>
            <a:r>
              <a:rPr lang="en-US" dirty="0"/>
              <a:t>huge land masses can block rivers causing issues, severe issues.</a:t>
            </a:r>
            <a:endParaRPr lang="en-US" dirty="0"/>
          </a:p>
          <a:p>
            <a:r>
              <a:rPr lang="en-US" dirty="0"/>
              <a:t>To prevent such things to occur, some preventions are taken. Some preventions include</a:t>
            </a:r>
            <a:r>
              <a:rPr lang="en-US" dirty="0" smtClean="0"/>
              <a:t>:</a:t>
            </a:r>
            <a:endParaRPr lang="en-US" dirty="0" smtClean="0"/>
          </a:p>
          <a:p>
            <a:endParaRPr lang="en-US" dirty="0"/>
          </a:p>
          <a:p>
            <a:r>
              <a:rPr lang="en-US" sz="2000" b="1" dirty="0" smtClean="0"/>
              <a:t>4</a:t>
            </a:r>
            <a:r>
              <a:rPr lang="en-US" b="1" dirty="0" smtClean="0"/>
              <a:t>. Retention Wall</a:t>
            </a:r>
            <a:endParaRPr lang="en-US" b="1" dirty="0" smtClean="0"/>
          </a:p>
          <a:p>
            <a:r>
              <a:rPr lang="en-US" dirty="0"/>
              <a:t> </a:t>
            </a:r>
            <a:r>
              <a:rPr lang="en-US" dirty="0" smtClean="0"/>
              <a:t>Retention </a:t>
            </a:r>
            <a:r>
              <a:rPr lang="en-US" dirty="0"/>
              <a:t>wall is a rigid wall that is responsible to support soil preventing land from </a:t>
            </a:r>
            <a:r>
              <a:rPr lang="en-US" dirty="0" smtClean="0"/>
              <a:t>  slipping.</a:t>
            </a:r>
            <a:endParaRPr lang="en-US" dirty="0"/>
          </a:p>
        </p:txBody>
      </p:sp>
      <p:sp>
        <p:nvSpPr>
          <p:cNvPr id="5" name="TextBox 4"/>
          <p:cNvSpPr txBox="1"/>
          <p:nvPr/>
        </p:nvSpPr>
        <p:spPr>
          <a:xfrm>
            <a:off x="1763688" y="908720"/>
            <a:ext cx="5256584" cy="707886"/>
          </a:xfrm>
          <a:prstGeom prst="rect">
            <a:avLst/>
          </a:prstGeom>
          <a:noFill/>
        </p:spPr>
        <p:txBody>
          <a:bodyPr wrap="square" rtlCol="0">
            <a:spAutoFit/>
          </a:bodyPr>
          <a:lstStyle/>
          <a:p>
            <a:pPr algn="ctr"/>
            <a:r>
              <a:rPr lang="en-US" sz="2000" b="1" dirty="0" smtClean="0"/>
              <a:t>Demerit of landslide prediction &amp; classification using manual method</a:t>
            </a:r>
            <a:endParaRPr lang="en-US" sz="2000" b="1" dirty="0" smtClean="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827584" y="1052736"/>
            <a:ext cx="6121932" cy="369332"/>
          </a:xfrm>
          <a:prstGeom prst="rect">
            <a:avLst/>
          </a:prstGeom>
          <a:noFill/>
        </p:spPr>
        <p:txBody>
          <a:bodyPr wrap="none" rtlCol="0">
            <a:spAutoFit/>
          </a:bodyPr>
          <a:lstStyle/>
          <a:p>
            <a:r>
              <a:rPr lang="en-US" b="1" dirty="0" smtClean="0"/>
              <a:t>Benefits of predicting thorough the machine learning .</a:t>
            </a:r>
            <a:endParaRPr lang="en-US" b="1" dirty="0"/>
          </a:p>
        </p:txBody>
      </p:sp>
      <p:sp>
        <p:nvSpPr>
          <p:cNvPr id="4" name="Rectangle 3"/>
          <p:cNvSpPr/>
          <p:nvPr/>
        </p:nvSpPr>
        <p:spPr>
          <a:xfrm>
            <a:off x="0" y="1779687"/>
            <a:ext cx="9144000" cy="5078313"/>
          </a:xfrm>
          <a:prstGeom prst="rect">
            <a:avLst/>
          </a:prstGeom>
        </p:spPr>
        <p:txBody>
          <a:bodyPr wrap="square">
            <a:spAutoFit/>
          </a:bodyPr>
          <a:lstStyle/>
          <a:p>
            <a:pPr>
              <a:buFont typeface="Arial" panose="020B0604020202020204" pitchFamily="34" charset="0"/>
              <a:buChar char="•"/>
            </a:pPr>
            <a:r>
              <a:rPr lang="en-US" dirty="0"/>
              <a:t>Machine learning and deep learning plays an important role in computer technology and artificial intelligence. With the use of deep learning and machine learning, human effort can be reduced in recognizing, learning, predictions and many more areas</a:t>
            </a:r>
            <a:r>
              <a:rPr lang="en-US" dirty="0" smtClean="0"/>
              <a:t>.</a:t>
            </a:r>
            <a:endParaRPr lang="en-US" dirty="0" smtClean="0"/>
          </a:p>
          <a:p>
            <a:pPr>
              <a:buFont typeface="Arial" panose="020B0604020202020204" pitchFamily="34" charset="0"/>
              <a:buChar char="•"/>
            </a:pPr>
            <a:endParaRPr lang="en-US" dirty="0"/>
          </a:p>
          <a:p>
            <a:pPr>
              <a:buFont typeface="Arial" panose="020B0604020202020204" pitchFamily="34" charset="0"/>
              <a:buChar char="•"/>
            </a:pPr>
            <a:r>
              <a:rPr lang="en-US" dirty="0"/>
              <a:t>To make machines more intelligent, the developers are diving into machine learning and deep learning techniques. </a:t>
            </a:r>
            <a:endParaRPr lang="en-US" dirty="0" smtClean="0"/>
          </a:p>
          <a:p>
            <a:pPr>
              <a:buFont typeface="Arial" panose="020B0604020202020204" pitchFamily="34" charset="0"/>
              <a:buChar char="•"/>
            </a:pPr>
            <a:endParaRPr lang="en-US" dirty="0"/>
          </a:p>
          <a:p>
            <a:pPr>
              <a:buFont typeface="Arial" panose="020B0604020202020204" pitchFamily="34" charset="0"/>
              <a:buChar char="•"/>
            </a:pPr>
            <a:r>
              <a:rPr lang="en-US" dirty="0"/>
              <a:t>A human learns to perform a task by practicing and repeating it again and again so that it memorizes how to perform the tasks. </a:t>
            </a:r>
            <a:endParaRPr lang="en-US" dirty="0" smtClean="0"/>
          </a:p>
          <a:p>
            <a:pPr>
              <a:buFont typeface="Arial" panose="020B0604020202020204" pitchFamily="34" charset="0"/>
              <a:buChar char="•"/>
            </a:pPr>
            <a:endParaRPr lang="en-US" dirty="0"/>
          </a:p>
          <a:p>
            <a:pPr>
              <a:buFont typeface="Arial" panose="020B0604020202020204" pitchFamily="34" charset="0"/>
              <a:buChar char="•"/>
            </a:pPr>
            <a:r>
              <a:rPr lang="en-US" dirty="0"/>
              <a:t>Prediction in machine learning allows organizations to make predictions about possible outcomes based on historical data</a:t>
            </a:r>
            <a:r>
              <a:rPr lang="en-US" dirty="0" smtClean="0"/>
              <a:t>.</a:t>
            </a:r>
            <a:endParaRPr lang="en-US" dirty="0" smtClean="0"/>
          </a:p>
          <a:p>
            <a:pPr>
              <a:buFont typeface="Arial" panose="020B0604020202020204" pitchFamily="34" charset="0"/>
              <a:buChar char="•"/>
            </a:pPr>
            <a:endParaRPr lang="en-US" dirty="0"/>
          </a:p>
          <a:p>
            <a:pPr>
              <a:buFont typeface="Arial" panose="020B0604020202020204" pitchFamily="34" charset="0"/>
              <a:buChar char="•"/>
            </a:pPr>
            <a:r>
              <a:rPr lang="en-US" dirty="0"/>
              <a:t>In landslide forecasting, machine learning methods are being utilized to improve model accuracy and, in particular, the flexibility of such models to handle a wide range of conditioning factors</a:t>
            </a:r>
            <a:endParaRPr lang="en-US" dirty="0" smtClean="0"/>
          </a:p>
          <a:p>
            <a:endParaRPr lang="en-US" dirty="0"/>
          </a:p>
          <a:p>
            <a:pPr>
              <a:buFont typeface="Arial" panose="020B0604020202020204" pitchFamily="34" charset="0"/>
              <a:buChar char="•"/>
            </a:pPr>
            <a:endParaRPr lang="en-US"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699792" y="476672"/>
            <a:ext cx="2502993" cy="707886"/>
          </a:xfrm>
          <a:prstGeom prst="rect">
            <a:avLst/>
          </a:prstGeom>
          <a:noFill/>
        </p:spPr>
        <p:txBody>
          <a:bodyPr wrap="square" rtlCol="0">
            <a:spAutoFit/>
          </a:bodyPr>
          <a:lstStyle/>
          <a:p>
            <a:r>
              <a:rPr lang="en-US" sz="4000" b="1" dirty="0" smtClean="0"/>
              <a:t>Objective</a:t>
            </a:r>
            <a:endParaRPr lang="en-US" sz="4000" b="1" dirty="0"/>
          </a:p>
        </p:txBody>
      </p:sp>
      <p:sp>
        <p:nvSpPr>
          <p:cNvPr id="3" name="TextBox 2"/>
          <p:cNvSpPr txBox="1"/>
          <p:nvPr/>
        </p:nvSpPr>
        <p:spPr>
          <a:xfrm>
            <a:off x="467544" y="1124744"/>
            <a:ext cx="8244408" cy="5632311"/>
          </a:xfrm>
          <a:prstGeom prst="rect">
            <a:avLst/>
          </a:prstGeom>
          <a:noFill/>
        </p:spPr>
        <p:txBody>
          <a:bodyPr wrap="square" rtlCol="0">
            <a:spAutoFit/>
          </a:bodyPr>
          <a:lstStyle/>
          <a:p>
            <a:r>
              <a:rPr lang="en-US" b="1" dirty="0" smtClean="0"/>
              <a:t>1.Early warning: </a:t>
            </a:r>
            <a:endParaRPr lang="en-US" b="1" dirty="0" smtClean="0"/>
          </a:p>
          <a:p>
            <a:r>
              <a:rPr lang="en-US" dirty="0" smtClean="0"/>
              <a:t>The main goal of landslide prediction is to provide early warnings of imminent landslides. Early warnings can help people evacuate the affected areas and take preventive measures to minimize the damage caused by landslides.</a:t>
            </a:r>
            <a:endParaRPr lang="en-US" dirty="0" smtClean="0"/>
          </a:p>
          <a:p>
            <a:endParaRPr lang="en-US" dirty="0" smtClean="0"/>
          </a:p>
          <a:p>
            <a:r>
              <a:rPr lang="en-US" b="1" dirty="0" smtClean="0"/>
              <a:t>2.Mitigation of damage: </a:t>
            </a:r>
            <a:endParaRPr lang="en-US" b="1" dirty="0" smtClean="0"/>
          </a:p>
          <a:p>
            <a:r>
              <a:rPr lang="en-US" dirty="0" smtClean="0"/>
              <a:t>The second goal of landslide prediction is to minimize the damage caused by landslides. Landslides can cause damage to infrastructure, buildings, and property</a:t>
            </a:r>
            <a:endParaRPr lang="en-US" dirty="0" smtClean="0"/>
          </a:p>
          <a:p>
            <a:endParaRPr lang="en-US" dirty="0" smtClean="0"/>
          </a:p>
          <a:p>
            <a:r>
              <a:rPr lang="en-US" b="1" dirty="0" smtClean="0"/>
              <a:t>3. Risk assessment: </a:t>
            </a:r>
            <a:endParaRPr lang="en-US" b="1" dirty="0" smtClean="0"/>
          </a:p>
          <a:p>
            <a:r>
              <a:rPr lang="en-US" dirty="0" smtClean="0"/>
              <a:t>The third goal of landslide prediction is to assess the risks associated with landslides. By analyzing the environmental factors that contribute to landslide occurrence, it is possible to identify areas that are prone to landslides and take preventive measures to reduce the risk of landslides occurring.</a:t>
            </a:r>
            <a:endParaRPr lang="en-US" dirty="0" smtClean="0"/>
          </a:p>
          <a:p>
            <a:endParaRPr lang="en-US" dirty="0" smtClean="0"/>
          </a:p>
          <a:p>
            <a:r>
              <a:rPr lang="en-US" b="1" dirty="0" smtClean="0"/>
              <a:t>4. Resource allocation</a:t>
            </a:r>
            <a:r>
              <a:rPr lang="en-US" dirty="0" smtClean="0"/>
              <a:t>: </a:t>
            </a:r>
            <a:endParaRPr lang="en-US" dirty="0" smtClean="0"/>
          </a:p>
          <a:p>
            <a:r>
              <a:rPr lang="en-US" dirty="0" smtClean="0"/>
              <a:t>The fourth goal of landslide prediction is to allocate resources efficiently to mitigate the risks associated with landslides. By predicting the occurrence of landslides, local authorities and emergency responders can allocate resources such as manpower, equipment, and supplies to the affected areas more efficiently.</a:t>
            </a:r>
            <a:endParaRPr lang="en-US"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483768" y="764704"/>
            <a:ext cx="2678169" cy="1015663"/>
          </a:xfrm>
          <a:prstGeom prst="rect">
            <a:avLst/>
          </a:prstGeom>
          <a:noFill/>
        </p:spPr>
        <p:txBody>
          <a:bodyPr wrap="none" rtlCol="0">
            <a:spAutoFit/>
          </a:bodyPr>
          <a:lstStyle/>
          <a:p>
            <a:pPr lvl="0"/>
            <a:r>
              <a:rPr lang="en-US" sz="2400" b="1" dirty="0" smtClean="0"/>
              <a:t>Literature Survey</a:t>
            </a:r>
            <a:endParaRPr lang="en-US" sz="2400" b="1" dirty="0"/>
          </a:p>
          <a:p>
            <a:r>
              <a:rPr lang="en-US" b="1" dirty="0"/>
              <a:t> </a:t>
            </a:r>
            <a:endParaRPr lang="en-US" dirty="0"/>
          </a:p>
          <a:p>
            <a:endParaRPr lang="en-US" dirty="0"/>
          </a:p>
        </p:txBody>
      </p:sp>
      <p:sp>
        <p:nvSpPr>
          <p:cNvPr id="3" name="TextBox 2"/>
          <p:cNvSpPr txBox="1"/>
          <p:nvPr/>
        </p:nvSpPr>
        <p:spPr>
          <a:xfrm>
            <a:off x="323528" y="1412776"/>
            <a:ext cx="7848872" cy="5632311"/>
          </a:xfrm>
          <a:prstGeom prst="rect">
            <a:avLst/>
          </a:prstGeom>
          <a:noFill/>
        </p:spPr>
        <p:txBody>
          <a:bodyPr wrap="square" rtlCol="0">
            <a:spAutoFit/>
          </a:bodyPr>
          <a:lstStyle/>
          <a:p>
            <a:pPr>
              <a:buFont typeface="Arial" panose="020B0604020202020204" pitchFamily="34" charset="0"/>
              <a:buChar char="•"/>
            </a:pPr>
            <a:r>
              <a:rPr lang="en-US" dirty="0" smtClean="0"/>
              <a:t>Landslide prediction is a crucial area of study for mitigating the risks associated with landslides. Various techniques have been developed for predicting landslides, ranging from traditional methods to modern technologies.</a:t>
            </a:r>
            <a:endParaRPr lang="en-US" dirty="0" smtClean="0"/>
          </a:p>
          <a:p>
            <a:pPr>
              <a:buFont typeface="Arial" panose="020B0604020202020204" pitchFamily="34" charset="0"/>
              <a:buChar char="•"/>
            </a:pPr>
            <a:endParaRPr lang="en-US" dirty="0" smtClean="0"/>
          </a:p>
          <a:p>
            <a:pPr>
              <a:buFont typeface="Arial" panose="020B0604020202020204" pitchFamily="34" charset="0"/>
              <a:buChar char="•"/>
            </a:pPr>
            <a:r>
              <a:rPr lang="en-US" dirty="0" smtClean="0"/>
              <a:t>Landslides can occur due to heavy rainfall, earthquake, high elevation, and insufficient soil moisture. </a:t>
            </a:r>
            <a:endParaRPr lang="en-US" dirty="0" smtClean="0"/>
          </a:p>
          <a:p>
            <a:pPr>
              <a:buFont typeface="Arial" panose="020B0604020202020204" pitchFamily="34" charset="0"/>
              <a:buChar char="•"/>
            </a:pPr>
            <a:endParaRPr lang="en-US" dirty="0" smtClean="0"/>
          </a:p>
          <a:p>
            <a:pPr>
              <a:buFont typeface="Arial" panose="020B0604020202020204" pitchFamily="34" charset="0"/>
              <a:buChar char="•"/>
            </a:pPr>
            <a:r>
              <a:rPr lang="en-US" dirty="0"/>
              <a:t>the landslide dimensions increased with increasing slope angle. Most landslides were situated along roads and on faults, and shallow landslides were more frequent along roads than those on </a:t>
            </a:r>
            <a:r>
              <a:rPr lang="en-US" dirty="0" smtClean="0"/>
              <a:t>faults</a:t>
            </a:r>
            <a:endParaRPr lang="en-US" dirty="0" smtClean="0"/>
          </a:p>
          <a:p>
            <a:pPr>
              <a:buFont typeface="Arial" panose="020B0604020202020204" pitchFamily="34" charset="0"/>
              <a:buChar char="•"/>
            </a:pPr>
            <a:endParaRPr lang="en-US" dirty="0"/>
          </a:p>
          <a:p>
            <a:pPr>
              <a:buFont typeface="Arial" panose="020B0604020202020204" pitchFamily="34" charset="0"/>
              <a:buChar char="•"/>
            </a:pPr>
            <a:r>
              <a:rPr lang="en-US" dirty="0"/>
              <a:t>studied regional landslide susceptibility by implementing various machine learning models like random forests and created landslide susceptibility maps for the perusal of </a:t>
            </a:r>
            <a:r>
              <a:rPr lang="en-US" dirty="0" smtClean="0"/>
              <a:t>policymakers</a:t>
            </a:r>
            <a:endParaRPr lang="en-US" dirty="0" smtClean="0"/>
          </a:p>
          <a:p>
            <a:pPr>
              <a:buFont typeface="Arial" panose="020B0604020202020204" pitchFamily="34" charset="0"/>
              <a:buChar char="•"/>
            </a:pPr>
            <a:endParaRPr lang="en-US" dirty="0"/>
          </a:p>
          <a:p>
            <a:pPr>
              <a:buFont typeface="Arial" panose="020B0604020202020204" pitchFamily="34" charset="0"/>
              <a:buChar char="•"/>
            </a:pPr>
            <a:r>
              <a:rPr lang="en-US" dirty="0"/>
              <a:t>made use of high-resolution satellite images in combination with object-oriented image analysis to generate features to be used by a random forest ensemble </a:t>
            </a:r>
            <a:r>
              <a:rPr lang="en-US" dirty="0" smtClean="0"/>
              <a:t>model . </a:t>
            </a:r>
            <a:endParaRPr lang="en-US" dirty="0"/>
          </a:p>
          <a:p>
            <a:endParaRPr lang="en-US"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23528" y="1340768"/>
            <a:ext cx="8820472" cy="5355312"/>
          </a:xfrm>
          <a:prstGeom prst="rect">
            <a:avLst/>
          </a:prstGeom>
        </p:spPr>
        <p:txBody>
          <a:bodyPr wrap="square">
            <a:spAutoFit/>
          </a:bodyPr>
          <a:lstStyle/>
          <a:p>
            <a:r>
              <a:rPr lang="en-US" dirty="0"/>
              <a:t>The study showed that deep learning models can effectively predict landslides with high accuracy. </a:t>
            </a:r>
            <a:endParaRPr lang="en-US" dirty="0" smtClean="0"/>
          </a:p>
          <a:p>
            <a:endParaRPr lang="en-US" dirty="0"/>
          </a:p>
          <a:p>
            <a:pPr>
              <a:buFont typeface="Arial" panose="020B0604020202020204" pitchFamily="34" charset="0"/>
              <a:buChar char="•"/>
            </a:pPr>
            <a:r>
              <a:rPr lang="en-US" dirty="0"/>
              <a:t>machine learning-based approach that used </a:t>
            </a:r>
            <a:r>
              <a:rPr lang="en-US" dirty="0" err="1" smtClean="0"/>
              <a:t>Landsatelite</a:t>
            </a:r>
            <a:r>
              <a:rPr lang="en-US" dirty="0" smtClean="0"/>
              <a:t> </a:t>
            </a:r>
            <a:r>
              <a:rPr lang="en-US" dirty="0"/>
              <a:t>data and topographic variables to predict landslides. The study showed that the approach can accurately identify landslide-prone areas.</a:t>
            </a:r>
            <a:endParaRPr lang="en-US" dirty="0"/>
          </a:p>
          <a:p>
            <a:pPr>
              <a:buFont typeface="Arial" panose="020B0604020202020204" pitchFamily="34" charset="0"/>
              <a:buChar char="•"/>
            </a:pPr>
            <a:r>
              <a:rPr lang="en-US" dirty="0"/>
              <a:t> </a:t>
            </a:r>
            <a:endParaRPr lang="en-US" dirty="0"/>
          </a:p>
          <a:p>
            <a:pPr>
              <a:buFont typeface="Arial" panose="020B0604020202020204" pitchFamily="34" charset="0"/>
              <a:buChar char="•"/>
            </a:pPr>
            <a:r>
              <a:rPr lang="en-US" dirty="0"/>
              <a:t>Overall, the literature suggests that machine learning and remote sensing techniques can be effectively used for landslide prediction. </a:t>
            </a:r>
            <a:endParaRPr lang="en-US" dirty="0" smtClean="0"/>
          </a:p>
          <a:p>
            <a:pPr>
              <a:buFont typeface="Arial" panose="020B0604020202020204" pitchFamily="34" charset="0"/>
              <a:buChar char="•"/>
            </a:pPr>
            <a:endParaRPr lang="en-US" dirty="0"/>
          </a:p>
          <a:p>
            <a:pPr>
              <a:buFont typeface="Arial" panose="020B0604020202020204" pitchFamily="34" charset="0"/>
              <a:buChar char="•"/>
            </a:pPr>
            <a:r>
              <a:rPr lang="en-US" dirty="0"/>
              <a:t>the accuracy of landslide prediction and help in identifying landslide-prone areas. Despite several efforts to develop landslide detection systems by applying ML techniques, the problem still poses many challenges to the machine learning domain </a:t>
            </a:r>
            <a:endParaRPr lang="en-US" dirty="0" smtClean="0"/>
          </a:p>
          <a:p>
            <a:pPr>
              <a:buFont typeface="Arial" panose="020B0604020202020204" pitchFamily="34" charset="0"/>
              <a:buChar char="•"/>
            </a:pPr>
            <a:endParaRPr lang="en-US" dirty="0"/>
          </a:p>
          <a:p>
            <a:pPr>
              <a:buFont typeface="Arial" panose="020B0604020202020204" pitchFamily="34" charset="0"/>
              <a:buChar char="•"/>
            </a:pPr>
            <a:r>
              <a:rPr lang="en-US" dirty="0"/>
              <a:t>the main hindrances for the ML models However, more research is needed to develop robust and reliable landslide prediction models.</a:t>
            </a:r>
            <a:endParaRPr lang="en-US" dirty="0"/>
          </a:p>
          <a:p>
            <a:pPr>
              <a:buFont typeface="Arial" panose="020B0604020202020204" pitchFamily="34" charset="0"/>
              <a:buChar char="•"/>
            </a:pPr>
            <a:endParaRPr lang="en-US" dirty="0" smtClean="0"/>
          </a:p>
          <a:p>
            <a:endParaRPr lang="en-US" dirty="0"/>
          </a:p>
          <a:p>
            <a:endParaRPr lang="en-US"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2699792" y="1700808"/>
            <a:ext cx="3960440" cy="461665"/>
          </a:xfrm>
          <a:prstGeom prst="rect">
            <a:avLst/>
          </a:prstGeom>
          <a:noFill/>
        </p:spPr>
        <p:txBody>
          <a:bodyPr wrap="square" rtlCol="0">
            <a:spAutoFit/>
          </a:bodyPr>
          <a:lstStyle/>
          <a:p>
            <a:pPr lvl="0" fontAlgn="base">
              <a:spcBef>
                <a:spcPct val="0"/>
              </a:spcBef>
              <a:spcAft>
                <a:spcPct val="0"/>
              </a:spcAft>
              <a:tabLst>
                <a:tab pos="471170" algn="l"/>
              </a:tabLst>
            </a:pPr>
            <a:r>
              <a:rPr kumimoji="0" lang="en-US" b="1" i="0" u="none" strike="noStrike" cap="none" normalizeH="0" baseline="0" dirty="0" smtClean="0">
                <a:ln>
                  <a:noFill/>
                </a:ln>
                <a:solidFill>
                  <a:schemeClr val="tx1"/>
                </a:solidFill>
                <a:effectLst/>
                <a:latin typeface="Arial" panose="020B0604020202020204" pitchFamily="34" charset="0"/>
                <a:ea typeface="Times New Roman" panose="02020603050405020304" pitchFamily="18" charset="0"/>
                <a:cs typeface="Arial" panose="020B0604020202020204" pitchFamily="34" charset="0"/>
              </a:rPr>
              <a:t> </a:t>
            </a:r>
            <a:r>
              <a:rPr kumimoji="0" lang="en-US" sz="2400" b="1" i="0" u="none" strike="noStrike" cap="none" normalizeH="0" baseline="0" dirty="0" smtClean="0">
                <a:ln>
                  <a:noFill/>
                </a:ln>
                <a:solidFill>
                  <a:schemeClr val="tx1"/>
                </a:solidFill>
                <a:effectLst/>
                <a:latin typeface="Arial" panose="020B0604020202020204" pitchFamily="34" charset="0"/>
                <a:ea typeface="Times New Roman" panose="02020603050405020304" pitchFamily="18" charset="0"/>
                <a:cs typeface="Arial" panose="020B0604020202020204" pitchFamily="34" charset="0"/>
              </a:rPr>
              <a:t>Data Collection</a:t>
            </a:r>
            <a:endParaRPr kumimoji="0" lang="en-US" sz="2400" b="0" i="0" u="none" strike="noStrike" cap="none" normalizeH="0" baseline="0" dirty="0" smtClean="0">
              <a:ln>
                <a:noFill/>
              </a:ln>
              <a:solidFill>
                <a:schemeClr val="tx1"/>
              </a:solidFill>
              <a:effectLst/>
              <a:latin typeface="Arial" panose="020B0604020202020204" pitchFamily="34" charset="0"/>
              <a:cs typeface="Arial" panose="020B0604020202020204" pitchFamily="34" charset="0"/>
            </a:endParaRPr>
          </a:p>
        </p:txBody>
      </p:sp>
      <p:sp>
        <p:nvSpPr>
          <p:cNvPr id="6" name="TextBox 5"/>
          <p:cNvSpPr txBox="1"/>
          <p:nvPr/>
        </p:nvSpPr>
        <p:spPr>
          <a:xfrm>
            <a:off x="683568" y="3501008"/>
            <a:ext cx="7992888" cy="646331"/>
          </a:xfrm>
          <a:prstGeom prst="rect">
            <a:avLst/>
          </a:prstGeom>
          <a:noFill/>
        </p:spPr>
        <p:txBody>
          <a:bodyPr wrap="square" rtlCol="0">
            <a:spAutoFit/>
          </a:bodyPr>
          <a:lstStyle/>
          <a:p>
            <a:r>
              <a:rPr lang="en-US" u="sng" dirty="0">
                <a:hlinkClick r:id="rId1"/>
              </a:rPr>
              <a:t>https://www.kaggle.com/datasets/adizafar/landslide-prediction-for-muzaffarabadpakistan</a:t>
            </a:r>
            <a:endParaRPr lang="en-US" dirty="0"/>
          </a:p>
        </p:txBody>
      </p:sp>
      <p:sp>
        <p:nvSpPr>
          <p:cNvPr id="9" name="TextBox 8"/>
          <p:cNvSpPr txBox="1"/>
          <p:nvPr/>
        </p:nvSpPr>
        <p:spPr>
          <a:xfrm>
            <a:off x="899592" y="2636912"/>
            <a:ext cx="6408712" cy="369332"/>
          </a:xfrm>
          <a:prstGeom prst="rect">
            <a:avLst/>
          </a:prstGeom>
          <a:noFill/>
        </p:spPr>
        <p:txBody>
          <a:bodyPr wrap="square" rtlCol="0">
            <a:spAutoFit/>
          </a:bodyPr>
          <a:lstStyle/>
          <a:p>
            <a:r>
              <a:rPr lang="en-US" b="1" dirty="0"/>
              <a:t>Using pre-collected data, by way of datasets from </a:t>
            </a:r>
            <a:r>
              <a:rPr lang="en-US" b="1" dirty="0" err="1"/>
              <a:t>Kaggle</a:t>
            </a:r>
            <a:r>
              <a:rPr lang="en-US" b="1" dirty="0"/>
              <a:t>,</a:t>
            </a:r>
            <a:endParaRPr lang="en-US" b="1"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3275856" y="908720"/>
            <a:ext cx="4248472" cy="461665"/>
          </a:xfrm>
          <a:prstGeom prst="rect">
            <a:avLst/>
          </a:prstGeom>
          <a:noFill/>
        </p:spPr>
        <p:txBody>
          <a:bodyPr wrap="square" rtlCol="0">
            <a:spAutoFit/>
          </a:bodyPr>
          <a:lstStyle/>
          <a:p>
            <a:r>
              <a:rPr lang="en-US" sz="2400" b="1" dirty="0" smtClean="0"/>
              <a:t>Methodology</a:t>
            </a:r>
            <a:endParaRPr lang="en-US" sz="2400" b="1" dirty="0"/>
          </a:p>
        </p:txBody>
      </p:sp>
      <p:sp>
        <p:nvSpPr>
          <p:cNvPr id="3" name="TextBox 2"/>
          <p:cNvSpPr txBox="1"/>
          <p:nvPr/>
        </p:nvSpPr>
        <p:spPr>
          <a:xfrm>
            <a:off x="899592" y="1484784"/>
            <a:ext cx="6408712" cy="1077218"/>
          </a:xfrm>
          <a:prstGeom prst="rect">
            <a:avLst/>
          </a:prstGeom>
          <a:noFill/>
        </p:spPr>
        <p:txBody>
          <a:bodyPr wrap="square" rtlCol="0">
            <a:spAutoFit/>
          </a:bodyPr>
          <a:lstStyle/>
          <a:p>
            <a:pPr lvl="1" fontAlgn="base">
              <a:spcBef>
                <a:spcPct val="0"/>
              </a:spcBef>
              <a:spcAft>
                <a:spcPct val="0"/>
              </a:spcAft>
              <a:tabLst>
                <a:tab pos="321945" algn="l"/>
              </a:tabLst>
            </a:pPr>
            <a:r>
              <a:rPr kumimoji="0" lang="en-US" sz="1600" b="1" i="0" u="none" strike="noStrike" cap="none" normalizeH="0" baseline="0" dirty="0" smtClean="0">
                <a:ln>
                  <a:noFill/>
                </a:ln>
                <a:solidFill>
                  <a:srgbClr val="292929"/>
                </a:solidFill>
                <a:effectLst/>
                <a:latin typeface="Arial" panose="020B0604020202020204" pitchFamily="34" charset="0"/>
                <a:ea typeface="Times New Roman" panose="02020603050405020304" pitchFamily="18" charset="0"/>
                <a:cs typeface="Arial" panose="020B0604020202020204" pitchFamily="34" charset="0"/>
              </a:rPr>
              <a:t>Basic steps in constructing a Machine Learning model:</a:t>
            </a:r>
            <a:endParaRPr kumimoji="0" lang="en-US" sz="1600" b="1" i="0" u="none" strike="noStrike" cap="none" normalizeH="0" baseline="0" dirty="0" smtClean="0">
              <a:ln>
                <a:noFill/>
              </a:ln>
              <a:solidFill>
                <a:srgbClr val="292929"/>
              </a:solidFill>
              <a:effectLst/>
              <a:latin typeface="Arial" panose="020B0604020202020204" pitchFamily="34" charset="0"/>
              <a:ea typeface="Times New Roman" panose="02020603050405020304" pitchFamily="18" charset="0"/>
              <a:cs typeface="Arial" panose="020B0604020202020204" pitchFamily="34" charset="0"/>
            </a:endParaRPr>
          </a:p>
          <a:p>
            <a:pPr lvl="1" fontAlgn="base">
              <a:spcBef>
                <a:spcPct val="0"/>
              </a:spcBef>
              <a:spcAft>
                <a:spcPct val="0"/>
              </a:spcAft>
              <a:tabLst>
                <a:tab pos="321945" algn="l"/>
              </a:tabLst>
            </a:pPr>
            <a:endParaRPr lang="en-US" sz="1600" b="1" dirty="0">
              <a:solidFill>
                <a:srgbClr val="292929"/>
              </a:solidFill>
              <a:latin typeface="Arial" panose="020B0604020202020204" pitchFamily="34" charset="0"/>
              <a:ea typeface="Times New Roman" panose="02020603050405020304" pitchFamily="18" charset="0"/>
              <a:cs typeface="Arial" panose="020B0604020202020204" pitchFamily="34" charset="0"/>
            </a:endParaRPr>
          </a:p>
          <a:p>
            <a:pPr lvl="1" fontAlgn="base">
              <a:spcBef>
                <a:spcPct val="0"/>
              </a:spcBef>
              <a:spcAft>
                <a:spcPct val="0"/>
              </a:spcAft>
              <a:tabLst>
                <a:tab pos="321945" algn="l"/>
              </a:tabLst>
            </a:pPr>
            <a:endParaRPr kumimoji="0" lang="en-US" sz="1600" b="1" i="0" u="none" strike="noStrike" cap="none" normalizeH="0" baseline="0" dirty="0" smtClean="0">
              <a:ln>
                <a:noFill/>
              </a:ln>
              <a:solidFill>
                <a:srgbClr val="292929"/>
              </a:solidFill>
              <a:effectLst/>
              <a:latin typeface="Arial" panose="020B0604020202020204" pitchFamily="34" charset="0"/>
              <a:ea typeface="Times New Roman" panose="02020603050405020304" pitchFamily="18" charset="0"/>
              <a:cs typeface="Arial" panose="020B0604020202020204" pitchFamily="34" charset="0"/>
            </a:endParaRPr>
          </a:p>
          <a:p>
            <a:pPr lvl="1" fontAlgn="base">
              <a:spcBef>
                <a:spcPct val="0"/>
              </a:spcBef>
              <a:spcAft>
                <a:spcPct val="0"/>
              </a:spcAft>
              <a:tabLst>
                <a:tab pos="321945" algn="l"/>
              </a:tabLst>
            </a:pPr>
            <a:endParaRPr kumimoji="0" lang="en-US" sz="1600" b="0" i="0" u="none" strike="noStrike" cap="none" normalizeH="0" baseline="0" dirty="0" smtClean="0">
              <a:ln>
                <a:noFill/>
              </a:ln>
              <a:solidFill>
                <a:schemeClr val="tx1"/>
              </a:solidFill>
              <a:effectLst/>
              <a:latin typeface="Arial" panose="020B0604020202020204" pitchFamily="34" charset="0"/>
              <a:cs typeface="Arial" panose="020B0604020202020204" pitchFamily="34" charset="0"/>
            </a:endParaRPr>
          </a:p>
        </p:txBody>
      </p:sp>
      <p:pic>
        <p:nvPicPr>
          <p:cNvPr id="7" name="Picture 6" descr="C:\Users\LENOVO\Downloads\WhatsApp Image 2023-05-31 at 00.07.23.jpeg"/>
          <p:cNvPicPr/>
          <p:nvPr/>
        </p:nvPicPr>
        <p:blipFill>
          <a:blip r:embed="rId1" cstate="print">
            <a:extLst>
              <a:ext uri="{28A0092B-C50C-407E-A947-70E740481C1C}">
                <a14:useLocalDpi xmlns:a14="http://schemas.microsoft.com/office/drawing/2010/main" val="0"/>
              </a:ext>
            </a:extLst>
          </a:blip>
          <a:srcRect/>
          <a:stretch>
            <a:fillRect/>
          </a:stretch>
        </p:blipFill>
        <p:spPr bwMode="auto">
          <a:xfrm>
            <a:off x="611560" y="1996440"/>
            <a:ext cx="8280920" cy="4528904"/>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51520" y="908720"/>
            <a:ext cx="8892480" cy="9664184"/>
          </a:xfrm>
          <a:prstGeom prst="rect">
            <a:avLst/>
          </a:prstGeom>
          <a:noFill/>
        </p:spPr>
        <p:txBody>
          <a:bodyPr wrap="square" rtlCol="0">
            <a:spAutoFit/>
          </a:bodyPr>
          <a:lstStyle/>
          <a:p>
            <a:r>
              <a:rPr lang="en-US" b="1" dirty="0" smtClean="0"/>
              <a:t>Data Preparation:</a:t>
            </a:r>
            <a:endParaRPr lang="en-US" b="1" dirty="0" smtClean="0"/>
          </a:p>
          <a:p>
            <a:endParaRPr lang="en-US" b="1" dirty="0"/>
          </a:p>
          <a:p>
            <a:r>
              <a:rPr lang="en-US" dirty="0" smtClean="0"/>
              <a:t>Visualize </a:t>
            </a:r>
            <a:r>
              <a:rPr lang="en-US" dirty="0"/>
              <a:t>data to help detect relevant relationships between variables or class imbalances </a:t>
            </a:r>
            <a:r>
              <a:rPr lang="en-US" dirty="0" smtClean="0"/>
              <a:t>or </a:t>
            </a:r>
            <a:r>
              <a:rPr lang="en-US" dirty="0"/>
              <a:t>perform other exploratory </a:t>
            </a:r>
            <a:r>
              <a:rPr lang="en-US" dirty="0" smtClean="0"/>
              <a:t>analysis</a:t>
            </a:r>
            <a:endParaRPr lang="en-US" dirty="0" smtClean="0"/>
          </a:p>
          <a:p>
            <a:pPr marL="0" lvl="3"/>
            <a:endParaRPr lang="en-US" dirty="0"/>
          </a:p>
          <a:p>
            <a:pPr marL="0" lvl="3"/>
            <a:endParaRPr lang="en-US" dirty="0" smtClean="0"/>
          </a:p>
          <a:p>
            <a:r>
              <a:rPr lang="en-US" b="1" dirty="0" smtClean="0"/>
              <a:t>Training </a:t>
            </a:r>
            <a:r>
              <a:rPr lang="en-US" b="1" dirty="0"/>
              <a:t>the </a:t>
            </a:r>
            <a:r>
              <a:rPr lang="en-US" b="1" dirty="0" smtClean="0"/>
              <a:t>Model:</a:t>
            </a:r>
            <a:endParaRPr lang="en-US" b="1" dirty="0" smtClean="0"/>
          </a:p>
          <a:p>
            <a:pPr marL="0" lvl="3"/>
            <a:r>
              <a:rPr lang="en-US" dirty="0" smtClean="0"/>
              <a:t>The </a:t>
            </a:r>
            <a:r>
              <a:rPr lang="en-US" dirty="0"/>
              <a:t>goal of training is to answer a question or make a prediction correctly as often as </a:t>
            </a:r>
            <a:r>
              <a:rPr lang="en-US" dirty="0" smtClean="0"/>
              <a:t>possible</a:t>
            </a:r>
            <a:endParaRPr lang="en-US" dirty="0" smtClean="0"/>
          </a:p>
          <a:p>
            <a:pPr marL="0" lvl="3"/>
            <a:endParaRPr lang="en-US" dirty="0"/>
          </a:p>
          <a:p>
            <a:pPr marL="0" lvl="3"/>
            <a:r>
              <a:rPr lang="en-US" b="1" dirty="0"/>
              <a:t>Evaluate the </a:t>
            </a:r>
            <a:r>
              <a:rPr lang="en-US" b="1" dirty="0" smtClean="0"/>
              <a:t>Model:</a:t>
            </a:r>
            <a:endParaRPr lang="en-US" b="1" dirty="0" smtClean="0"/>
          </a:p>
          <a:p>
            <a:pPr marL="0" lvl="3"/>
            <a:r>
              <a:rPr lang="en-US" dirty="0" smtClean="0"/>
              <a:t>Test </a:t>
            </a:r>
            <a:r>
              <a:rPr lang="en-US" dirty="0"/>
              <a:t>the model against previously unseen </a:t>
            </a:r>
            <a:r>
              <a:rPr lang="en-US" dirty="0" smtClean="0"/>
              <a:t>data . This </a:t>
            </a:r>
            <a:r>
              <a:rPr lang="en-US" dirty="0"/>
              <a:t>unseen data is meant to be somewhat representative of model performance in the real world, but still helps tune the </a:t>
            </a:r>
            <a:r>
              <a:rPr lang="en-US" dirty="0" smtClean="0"/>
              <a:t>model</a:t>
            </a:r>
            <a:endParaRPr lang="en-US" dirty="0" smtClean="0"/>
          </a:p>
          <a:p>
            <a:pPr marL="0" lvl="3"/>
            <a:endParaRPr lang="en-US" dirty="0"/>
          </a:p>
          <a:p>
            <a:r>
              <a:rPr lang="en-US" b="1" dirty="0"/>
              <a:t>Make </a:t>
            </a:r>
            <a:r>
              <a:rPr lang="en-US" b="1" dirty="0" smtClean="0"/>
              <a:t>Predictions:</a:t>
            </a:r>
            <a:endParaRPr lang="en-US" b="1" dirty="0" smtClean="0"/>
          </a:p>
          <a:p>
            <a:r>
              <a:rPr lang="en-US" dirty="0" smtClean="0"/>
              <a:t>Using </a:t>
            </a:r>
            <a:r>
              <a:rPr lang="en-US" dirty="0"/>
              <a:t>further (test set) data which have, until this point, been withheld from the model </a:t>
            </a:r>
            <a:r>
              <a:rPr lang="en-US" dirty="0" smtClean="0"/>
              <a:t> </a:t>
            </a:r>
            <a:r>
              <a:rPr lang="en-US" dirty="0"/>
              <a:t>are used to test the </a:t>
            </a:r>
            <a:r>
              <a:rPr lang="en-US" dirty="0" smtClean="0"/>
              <a:t>model </a:t>
            </a:r>
            <a:r>
              <a:rPr lang="en-US" dirty="0"/>
              <a:t>a better approximation of how the model will perform in the real world</a:t>
            </a:r>
            <a:endParaRPr lang="en-US" sz="1600" dirty="0"/>
          </a:p>
          <a:p>
            <a:r>
              <a:rPr lang="en-US" dirty="0"/>
              <a:t> </a:t>
            </a:r>
            <a:endParaRPr lang="en-US" sz="2400" dirty="0"/>
          </a:p>
          <a:p>
            <a:endParaRPr lang="en-US" b="1" dirty="0"/>
          </a:p>
          <a:p>
            <a:r>
              <a:rPr lang="en-US" b="1" dirty="0"/>
              <a:t> </a:t>
            </a:r>
            <a:endParaRPr lang="en-US" sz="1400" dirty="0"/>
          </a:p>
          <a:p>
            <a:pPr marL="0" lvl="3"/>
            <a:endParaRPr lang="en-US" dirty="0"/>
          </a:p>
          <a:p>
            <a:pPr marL="0" lvl="3"/>
            <a:endParaRPr lang="en-US" b="1" dirty="0" smtClean="0"/>
          </a:p>
          <a:p>
            <a:pPr marL="0" lvl="3"/>
            <a:endParaRPr lang="en-US" sz="1600" dirty="0"/>
          </a:p>
          <a:p>
            <a:pPr marL="0" lvl="3"/>
            <a:endParaRPr lang="en-US" sz="1600" dirty="0"/>
          </a:p>
          <a:p>
            <a:endParaRPr lang="en-US" b="1" dirty="0"/>
          </a:p>
          <a:p>
            <a:r>
              <a:rPr lang="en-US" dirty="0"/>
              <a:t> </a:t>
            </a:r>
            <a:endParaRPr lang="en-US" dirty="0"/>
          </a:p>
          <a:p>
            <a:pPr marL="0" lvl="3"/>
            <a:endParaRPr lang="en-US" dirty="0" smtClean="0"/>
          </a:p>
          <a:p>
            <a:pPr marL="0" lvl="3"/>
            <a:endParaRPr lang="en-US" sz="1600" dirty="0"/>
          </a:p>
          <a:p>
            <a:pPr marL="0" lvl="3"/>
            <a:endParaRPr lang="en-US" sz="1600" dirty="0"/>
          </a:p>
          <a:p>
            <a:endParaRPr lang="en-US" b="1" dirty="0" smtClean="0"/>
          </a:p>
          <a:p>
            <a:endParaRPr lang="en-US" b="1" dirty="0"/>
          </a:p>
          <a:p>
            <a:r>
              <a:rPr lang="en-US" b="1" dirty="0"/>
              <a:t> </a:t>
            </a:r>
            <a:endParaRPr lang="en-US" dirty="0"/>
          </a:p>
          <a:p>
            <a:endParaRPr lang="en-US"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323528" y="404664"/>
            <a:ext cx="8496944" cy="7478970"/>
          </a:xfrm>
          <a:prstGeom prst="rect">
            <a:avLst/>
          </a:prstGeom>
          <a:noFill/>
        </p:spPr>
        <p:txBody>
          <a:bodyPr wrap="square" rtlCol="0">
            <a:spAutoFit/>
          </a:bodyPr>
          <a:lstStyle/>
          <a:p>
            <a:pPr algn="ctr"/>
            <a:r>
              <a:rPr lang="en-US" sz="2000" b="1" dirty="0" smtClean="0"/>
              <a:t>Result</a:t>
            </a:r>
            <a:endParaRPr lang="en-US" sz="2000" b="1" dirty="0" smtClean="0"/>
          </a:p>
          <a:p>
            <a:endParaRPr lang="en-US" sz="2000" dirty="0"/>
          </a:p>
          <a:p>
            <a:r>
              <a:rPr lang="en-US" sz="2000" b="1" dirty="0"/>
              <a:t>Confusion </a:t>
            </a:r>
            <a:r>
              <a:rPr lang="en-US" sz="2000" b="1" dirty="0" smtClean="0"/>
              <a:t>matrix:</a:t>
            </a:r>
            <a:endParaRPr lang="en-US" sz="2000" b="1" dirty="0" smtClean="0"/>
          </a:p>
          <a:p>
            <a:r>
              <a:rPr lang="en-US" sz="2000" dirty="0"/>
              <a:t>The confusion matrix is a useful tool for evaluating the performance of a classification model, including in the case of landslide prediction. It provides a summary of the model's predictions and the actual outcomes</a:t>
            </a:r>
            <a:r>
              <a:rPr lang="en-US" sz="2000" dirty="0" smtClean="0"/>
              <a:t>.</a:t>
            </a:r>
            <a:endParaRPr lang="en-US" sz="2000" dirty="0" smtClean="0"/>
          </a:p>
          <a:p>
            <a:endParaRPr lang="en-US" sz="2000" b="1" dirty="0"/>
          </a:p>
          <a:p>
            <a:r>
              <a:rPr lang="en-US" sz="2000" dirty="0"/>
              <a:t>In the context of landslide prediction, the confusion matrix can be constructed as follows</a:t>
            </a:r>
            <a:r>
              <a:rPr lang="en-US" sz="2000" dirty="0" smtClean="0"/>
              <a:t>:</a:t>
            </a:r>
            <a:endParaRPr lang="en-US" sz="2000" dirty="0" smtClean="0"/>
          </a:p>
          <a:p>
            <a:endParaRPr lang="en-US" sz="2000" dirty="0"/>
          </a:p>
          <a:p>
            <a:pPr lvl="0"/>
            <a:r>
              <a:rPr lang="en-US" sz="2000" b="1" dirty="0"/>
              <a:t>True Positive (TP)</a:t>
            </a:r>
            <a:r>
              <a:rPr lang="en-US" sz="2000" dirty="0"/>
              <a:t>: This represents the number of landslide instances that were correctly predicted as landslides by the model</a:t>
            </a:r>
            <a:r>
              <a:rPr lang="en-US" sz="2000" dirty="0" smtClean="0"/>
              <a:t>.</a:t>
            </a:r>
            <a:endParaRPr lang="en-US" sz="2000" dirty="0" smtClean="0"/>
          </a:p>
          <a:p>
            <a:pPr lvl="0"/>
            <a:endParaRPr lang="en-US" sz="2000" dirty="0" smtClean="0"/>
          </a:p>
          <a:p>
            <a:pPr lvl="0"/>
            <a:r>
              <a:rPr lang="en-US" sz="2000" b="1" dirty="0"/>
              <a:t>True Negative (TN)</a:t>
            </a:r>
            <a:r>
              <a:rPr lang="en-US" sz="2000" dirty="0"/>
              <a:t>: This represents the number of non-landslide instances that were correctly predicted as non-landslides by the model</a:t>
            </a:r>
            <a:r>
              <a:rPr lang="en-US" sz="2000" dirty="0" smtClean="0"/>
              <a:t>.</a:t>
            </a:r>
            <a:endParaRPr lang="en-US" sz="2000" dirty="0" smtClean="0"/>
          </a:p>
          <a:p>
            <a:pPr lvl="0"/>
            <a:endParaRPr lang="en-US" sz="2000" dirty="0" smtClean="0"/>
          </a:p>
          <a:p>
            <a:pPr lvl="0"/>
            <a:r>
              <a:rPr lang="en-US" sz="2000" b="1" dirty="0"/>
              <a:t>False Positive (FP)</a:t>
            </a:r>
            <a:r>
              <a:rPr lang="en-US" sz="2000" dirty="0"/>
              <a:t>: This represents the number of non-landslide instances that were incorrectly predicted as landslides by the model </a:t>
            </a:r>
            <a:endParaRPr lang="en-US" sz="2000" dirty="0" smtClean="0"/>
          </a:p>
          <a:p>
            <a:pPr lvl="0"/>
            <a:endParaRPr lang="en-US" sz="2000" dirty="0" smtClean="0"/>
          </a:p>
          <a:p>
            <a:pPr lvl="0"/>
            <a:r>
              <a:rPr lang="en-US" sz="2000" b="1" dirty="0"/>
              <a:t>False Negative (FN)</a:t>
            </a:r>
            <a:r>
              <a:rPr lang="en-US" sz="2000" dirty="0"/>
              <a:t>: This represents the number of landslide instances that were incorrectly predicted as non-landslides by the </a:t>
            </a:r>
            <a:r>
              <a:rPr lang="en-US" sz="2000" dirty="0" smtClean="0"/>
              <a:t>model</a:t>
            </a:r>
            <a:endParaRPr lang="en-US" sz="2000" dirty="0" smtClean="0"/>
          </a:p>
          <a:p>
            <a:endParaRPr lang="en-US" sz="2000" b="1" dirty="0" smtClean="0"/>
          </a:p>
          <a:p>
            <a:endParaRPr lang="en-US" sz="2000" b="1" dirty="0" smtClean="0"/>
          </a:p>
          <a:p>
            <a:endParaRPr lang="en-US" sz="2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611560" y="1052736"/>
            <a:ext cx="8532440" cy="3416320"/>
          </a:xfrm>
          <a:prstGeom prst="rect">
            <a:avLst/>
          </a:prstGeom>
          <a:noFill/>
        </p:spPr>
        <p:txBody>
          <a:bodyPr wrap="square" rtlCol="0">
            <a:spAutoFit/>
          </a:bodyPr>
          <a:lstStyle/>
          <a:p>
            <a:r>
              <a:rPr lang="en-US" b="1" dirty="0"/>
              <a:t>Logistic regression in landslide prediction:</a:t>
            </a:r>
            <a:endParaRPr lang="en-US" dirty="0"/>
          </a:p>
          <a:p>
            <a:r>
              <a:rPr lang="en-US" b="1" dirty="0"/>
              <a:t> </a:t>
            </a:r>
            <a:endParaRPr lang="en-US" dirty="0"/>
          </a:p>
          <a:p>
            <a:r>
              <a:rPr lang="en-US" dirty="0"/>
              <a:t>Logistic regression is a commonly used statistical method for binary classification problems, and it can be applied to landslide prediction as well</a:t>
            </a:r>
            <a:r>
              <a:rPr lang="en-US" dirty="0" smtClean="0"/>
              <a:t>.</a:t>
            </a:r>
            <a:endParaRPr lang="en-US" dirty="0" smtClean="0"/>
          </a:p>
          <a:p>
            <a:endParaRPr lang="en-US" dirty="0"/>
          </a:p>
          <a:p>
            <a:endParaRPr lang="en-US" dirty="0" smtClean="0"/>
          </a:p>
          <a:p>
            <a:endParaRPr lang="en-US" dirty="0"/>
          </a:p>
          <a:p>
            <a:endParaRPr lang="en-US" dirty="0" smtClean="0"/>
          </a:p>
          <a:p>
            <a:endParaRPr lang="en-US" dirty="0"/>
          </a:p>
          <a:p>
            <a:endParaRPr lang="en-US" dirty="0" smtClean="0"/>
          </a:p>
          <a:p>
            <a:endParaRPr lang="en-US" dirty="0" smtClean="0"/>
          </a:p>
          <a:p>
            <a:endParaRPr lang="en-US" dirty="0"/>
          </a:p>
        </p:txBody>
      </p:sp>
      <p:pic>
        <p:nvPicPr>
          <p:cNvPr id="4" name="Picture 3"/>
          <p:cNvPicPr/>
          <p:nvPr/>
        </p:nvPicPr>
        <p:blipFill>
          <a:blip r:embed="rId1" cstate="print">
            <a:extLst>
              <a:ext uri="{28A0092B-C50C-407E-A947-70E740481C1C}">
                <a14:useLocalDpi xmlns:a14="http://schemas.microsoft.com/office/drawing/2010/main" val="0"/>
              </a:ext>
            </a:extLst>
          </a:blip>
          <a:srcRect t="22105"/>
          <a:stretch>
            <a:fillRect/>
          </a:stretch>
        </p:blipFill>
        <p:spPr>
          <a:xfrm>
            <a:off x="251520" y="2348880"/>
            <a:ext cx="8640960" cy="1152128"/>
          </a:xfrm>
          <a:prstGeom prst="rect">
            <a:avLst/>
          </a:prstGeom>
        </p:spPr>
      </p:pic>
      <p:pic>
        <p:nvPicPr>
          <p:cNvPr id="5" name="Picture 4"/>
          <p:cNvPicPr/>
          <p:nvPr/>
        </p:nvPicPr>
        <p:blipFill>
          <a:blip r:embed="rId2" cstate="print">
            <a:extLst>
              <a:ext uri="{28A0092B-C50C-407E-A947-70E740481C1C}">
                <a14:useLocalDpi xmlns:a14="http://schemas.microsoft.com/office/drawing/2010/main" val="0"/>
              </a:ext>
            </a:extLst>
          </a:blip>
          <a:stretch>
            <a:fillRect/>
          </a:stretch>
        </p:blipFill>
        <p:spPr>
          <a:xfrm>
            <a:off x="323528" y="3861048"/>
            <a:ext cx="8496944" cy="2788920"/>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1"/>
          <p:cNvSpPr>
            <a:spLocks noChangeArrowheads="1"/>
          </p:cNvSpPr>
          <p:nvPr/>
        </p:nvSpPr>
        <p:spPr bwMode="auto">
          <a:xfrm>
            <a:off x="539552" y="476672"/>
            <a:ext cx="7920880" cy="15019496"/>
          </a:xfrm>
          <a:prstGeom prst="rect">
            <a:avLst/>
          </a:prstGeom>
          <a:noFill/>
          <a:ln w="9525">
            <a:noFill/>
            <a:miter lim="800000"/>
          </a:ln>
          <a:effectLst/>
        </p:spPr>
        <p:txBody>
          <a:bodyPr vert="horz" wrap="square" lIns="91440" tIns="45720" rIns="91440" bIns="45720" numCol="1" anchor="ctr" anchorCtr="0" compatLnSpc="1">
            <a:spAutoFit/>
          </a:bodyPr>
          <a:lstStyle/>
          <a:p>
            <a:pPr marL="0" marR="0" lvl="0" indent="57150" algn="ctr" defTabSz="914400" rtl="0" eaLnBrk="1" fontAlgn="base" latinLnBrk="0" hangingPunct="1">
              <a:lnSpc>
                <a:spcPct val="100000"/>
              </a:lnSpc>
              <a:spcBef>
                <a:spcPct val="0"/>
              </a:spcBef>
              <a:spcAft>
                <a:spcPct val="0"/>
              </a:spcAft>
              <a:buClrTx/>
              <a:buSzTx/>
              <a:buFontTx/>
              <a:buNone/>
            </a:pPr>
            <a:r>
              <a:rPr kumimoji="0" lang="en-US" sz="2000" b="1" i="0" u="none" strike="noStrike" cap="none" normalizeH="0" baseline="0" dirty="0" smtClean="0">
                <a:ln>
                  <a:noFill/>
                </a:ln>
                <a:solidFill>
                  <a:schemeClr val="tx1"/>
                </a:solidFill>
                <a:effectLst/>
                <a:latin typeface="Arial" panose="020B0604020202020204" pitchFamily="34" charset="0"/>
                <a:ea typeface="Times New Roman" panose="02020603050405020304" pitchFamily="18" charset="0"/>
                <a:cs typeface="Arial" panose="020B0604020202020204" pitchFamily="34" charset="0"/>
              </a:rPr>
              <a:t>Decision Tree in landslide prediction:</a:t>
            </a:r>
            <a:endParaRPr kumimoji="0" lang="en-US" sz="2000" b="0" i="0" u="none" strike="noStrike" cap="none" normalizeH="0" baseline="0" dirty="0" smtClean="0">
              <a:ln>
                <a:noFill/>
              </a:ln>
              <a:solidFill>
                <a:schemeClr val="tx1"/>
              </a:solidFill>
              <a:effectLst/>
              <a:latin typeface="Arial" panose="020B0604020202020204" pitchFamily="34" charset="0"/>
              <a:cs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pPr>
            <a:r>
              <a:rPr kumimoji="0" lang="en-US" sz="2000" b="1" i="0" u="none" strike="noStrike" cap="none" normalizeH="0" baseline="0" dirty="0" smtClean="0">
                <a:ln>
                  <a:noFill/>
                </a:ln>
                <a:solidFill>
                  <a:schemeClr val="tx1"/>
                </a:solidFill>
                <a:effectLst/>
                <a:latin typeface="Arial" panose="020B0604020202020204" pitchFamily="34" charset="0"/>
                <a:ea typeface="Times New Roman" panose="02020603050405020304" pitchFamily="18" charset="0"/>
                <a:cs typeface="Arial" panose="020B0604020202020204" pitchFamily="34" charset="0"/>
              </a:rPr>
              <a:t> </a:t>
            </a:r>
            <a:endParaRPr kumimoji="0" lang="en-US" sz="2000" b="1" i="0" u="none" strike="noStrike" cap="none" normalizeH="0" baseline="0" dirty="0" smtClean="0">
              <a:ln>
                <a:noFill/>
              </a:ln>
              <a:solidFill>
                <a:schemeClr val="tx1"/>
              </a:solidFill>
              <a:effectLst/>
              <a:latin typeface="Arial" panose="020B0604020202020204" pitchFamily="34" charset="0"/>
              <a:ea typeface="Times New Roman" panose="02020603050405020304" pitchFamily="18" charset="0"/>
              <a:cs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pPr>
            <a:r>
              <a:rPr kumimoji="0" lang="en-US" b="0" i="0" u="none" strike="noStrike" cap="none" normalizeH="0" baseline="0" dirty="0" smtClean="0">
                <a:ln>
                  <a:noFill/>
                </a:ln>
                <a:solidFill>
                  <a:schemeClr val="tx1"/>
                </a:solidFill>
                <a:effectLst/>
                <a:latin typeface="Arial" panose="020B0604020202020204" pitchFamily="34" charset="0"/>
                <a:ea typeface="Times New Roman" panose="02020603050405020304" pitchFamily="18" charset="0"/>
                <a:cs typeface="Arial" panose="020B0604020202020204" pitchFamily="34" charset="0"/>
              </a:rPr>
              <a:t>Decision trees can be useful for landslide prediction as they are able to handle both categorical and numerical data, and can capture complex relationships between various input factors and the likelihood of a landslide occurrence</a:t>
            </a:r>
            <a:r>
              <a:rPr kumimoji="0" lang="en-US" sz="1200" b="0" i="0" u="none" strike="noStrike" cap="none" normalizeH="0" baseline="0" dirty="0" smtClean="0">
                <a:ln>
                  <a:noFill/>
                </a:ln>
                <a:solidFill>
                  <a:schemeClr val="tx1"/>
                </a:solidFill>
                <a:effectLst/>
                <a:latin typeface="Arial" panose="020B0604020202020204" pitchFamily="34" charset="0"/>
                <a:ea typeface="Times New Roman" panose="02020603050405020304" pitchFamily="18" charset="0"/>
                <a:cs typeface="Arial" panose="020B0604020202020204" pitchFamily="34" charset="0"/>
              </a:rPr>
              <a:t>. </a:t>
            </a:r>
            <a:endParaRPr kumimoji="0" lang="en-US" sz="1200" b="0" i="0" u="none" strike="noStrike" cap="none" normalizeH="0" baseline="0" dirty="0" smtClean="0">
              <a:ln>
                <a:noFill/>
              </a:ln>
              <a:solidFill>
                <a:schemeClr val="tx1"/>
              </a:solidFill>
              <a:effectLst/>
              <a:latin typeface="Arial" panose="020B0604020202020204" pitchFamily="34" charset="0"/>
              <a:ea typeface="Times New Roman" panose="02020603050405020304" pitchFamily="18" charset="0"/>
              <a:cs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pPr>
            <a:endParaRPr lang="en-US" sz="1200" dirty="0">
              <a:latin typeface="Arial" panose="020B0604020202020204" pitchFamily="34" charset="0"/>
              <a:ea typeface="Times New Roman" panose="02020603050405020304" pitchFamily="18" charset="0"/>
              <a:cs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pPr>
            <a:endParaRPr kumimoji="0" lang="en-US" sz="1200" b="0" i="0" u="none" strike="noStrike" cap="none" normalizeH="0" baseline="0" dirty="0" smtClean="0">
              <a:ln>
                <a:noFill/>
              </a:ln>
              <a:solidFill>
                <a:schemeClr val="tx1"/>
              </a:solidFill>
              <a:effectLst/>
              <a:latin typeface="Arial" panose="020B0604020202020204" pitchFamily="34" charset="0"/>
              <a:ea typeface="Times New Roman" panose="02020603050405020304" pitchFamily="18" charset="0"/>
              <a:cs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pPr>
            <a:endParaRPr lang="en-US" sz="1200" dirty="0">
              <a:latin typeface="Arial" panose="020B0604020202020204" pitchFamily="34" charset="0"/>
              <a:ea typeface="Times New Roman" panose="02020603050405020304" pitchFamily="18" charset="0"/>
              <a:cs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pPr>
            <a:endParaRPr kumimoji="0" lang="en-US" sz="1200" b="0" i="0" u="none" strike="noStrike" cap="none" normalizeH="0" baseline="0" dirty="0" smtClean="0">
              <a:ln>
                <a:noFill/>
              </a:ln>
              <a:solidFill>
                <a:schemeClr val="tx1"/>
              </a:solidFill>
              <a:effectLst/>
              <a:latin typeface="Arial" panose="020B0604020202020204" pitchFamily="34" charset="0"/>
              <a:ea typeface="Times New Roman" panose="02020603050405020304" pitchFamily="18" charset="0"/>
              <a:cs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pPr>
            <a:endParaRPr lang="en-US" sz="1200" dirty="0">
              <a:latin typeface="Arial" panose="020B0604020202020204" pitchFamily="34" charset="0"/>
              <a:ea typeface="Times New Roman" panose="02020603050405020304" pitchFamily="18" charset="0"/>
              <a:cs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pPr>
            <a:endParaRPr kumimoji="0" lang="en-US" sz="1200" b="0" i="0" u="none" strike="noStrike" cap="none" normalizeH="0" baseline="0" dirty="0" smtClean="0">
              <a:ln>
                <a:noFill/>
              </a:ln>
              <a:solidFill>
                <a:schemeClr val="tx1"/>
              </a:solidFill>
              <a:effectLst/>
              <a:latin typeface="Arial" panose="020B0604020202020204" pitchFamily="34" charset="0"/>
              <a:ea typeface="Times New Roman" panose="02020603050405020304" pitchFamily="18" charset="0"/>
              <a:cs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pPr>
            <a:endParaRPr lang="en-US" sz="1200" dirty="0">
              <a:latin typeface="Arial" panose="020B0604020202020204" pitchFamily="34" charset="0"/>
              <a:ea typeface="Times New Roman" panose="02020603050405020304" pitchFamily="18" charset="0"/>
              <a:cs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pPr>
            <a:endParaRPr kumimoji="0" lang="en-US" sz="1200" b="0" i="0" u="none" strike="noStrike" cap="none" normalizeH="0" baseline="0" dirty="0" smtClean="0">
              <a:ln>
                <a:noFill/>
              </a:ln>
              <a:solidFill>
                <a:schemeClr val="tx1"/>
              </a:solidFill>
              <a:effectLst/>
              <a:latin typeface="Arial" panose="020B0604020202020204" pitchFamily="34" charset="0"/>
              <a:ea typeface="Times New Roman" panose="02020603050405020304" pitchFamily="18" charset="0"/>
              <a:cs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pPr>
            <a:endParaRPr lang="en-US" sz="1200" dirty="0">
              <a:latin typeface="Arial" panose="020B0604020202020204" pitchFamily="34" charset="0"/>
              <a:ea typeface="Times New Roman" panose="02020603050405020304" pitchFamily="18" charset="0"/>
              <a:cs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pPr>
            <a:endParaRPr kumimoji="0" lang="en-US" sz="1200" b="0" i="0" u="none" strike="noStrike" cap="none" normalizeH="0" baseline="0" dirty="0" smtClean="0">
              <a:ln>
                <a:noFill/>
              </a:ln>
              <a:solidFill>
                <a:schemeClr val="tx1"/>
              </a:solidFill>
              <a:effectLst/>
              <a:latin typeface="Arial" panose="020B0604020202020204" pitchFamily="34" charset="0"/>
              <a:ea typeface="Times New Roman" panose="02020603050405020304" pitchFamily="18" charset="0"/>
              <a:cs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pPr>
            <a:endParaRPr lang="en-US" sz="1200" dirty="0">
              <a:latin typeface="Arial" panose="020B0604020202020204" pitchFamily="34" charset="0"/>
              <a:ea typeface="Times New Roman" panose="02020603050405020304" pitchFamily="18" charset="0"/>
              <a:cs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pPr>
            <a:endParaRPr kumimoji="0" lang="en-US" sz="1200" b="0" i="0" u="none" strike="noStrike" cap="none" normalizeH="0" baseline="0" dirty="0" smtClean="0">
              <a:ln>
                <a:noFill/>
              </a:ln>
              <a:solidFill>
                <a:schemeClr val="tx1"/>
              </a:solidFill>
              <a:effectLst/>
              <a:latin typeface="Arial" panose="020B0604020202020204" pitchFamily="34" charset="0"/>
              <a:ea typeface="Times New Roman" panose="02020603050405020304" pitchFamily="18" charset="0"/>
              <a:cs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pPr>
            <a:endParaRPr lang="en-US" sz="1200" dirty="0">
              <a:latin typeface="Arial" panose="020B0604020202020204" pitchFamily="34" charset="0"/>
              <a:ea typeface="Times New Roman" panose="02020603050405020304" pitchFamily="18" charset="0"/>
              <a:cs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pPr>
            <a:endParaRPr kumimoji="0" lang="en-US" sz="1200" b="0" i="0" u="none" strike="noStrike" cap="none" normalizeH="0" baseline="0" dirty="0" smtClean="0">
              <a:ln>
                <a:noFill/>
              </a:ln>
              <a:solidFill>
                <a:schemeClr val="tx1"/>
              </a:solidFill>
              <a:effectLst/>
              <a:latin typeface="Arial" panose="020B0604020202020204" pitchFamily="34" charset="0"/>
              <a:ea typeface="Times New Roman" panose="02020603050405020304" pitchFamily="18" charset="0"/>
              <a:cs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pPr>
            <a:endParaRPr lang="en-US" sz="1200" dirty="0">
              <a:latin typeface="Arial" panose="020B0604020202020204" pitchFamily="34" charset="0"/>
              <a:ea typeface="Times New Roman" panose="02020603050405020304" pitchFamily="18" charset="0"/>
              <a:cs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pPr>
            <a:endParaRPr kumimoji="0" lang="en-US" sz="1200" b="0" i="0" u="none" strike="noStrike" cap="none" normalizeH="0" baseline="0" dirty="0" smtClean="0">
              <a:ln>
                <a:noFill/>
              </a:ln>
              <a:solidFill>
                <a:schemeClr val="tx1"/>
              </a:solidFill>
              <a:effectLst/>
              <a:latin typeface="Arial" panose="020B0604020202020204" pitchFamily="34" charset="0"/>
              <a:ea typeface="Times New Roman" panose="02020603050405020304" pitchFamily="18" charset="0"/>
              <a:cs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pPr>
            <a:endParaRPr lang="en-US" sz="1200" dirty="0">
              <a:latin typeface="Arial" panose="020B0604020202020204" pitchFamily="34" charset="0"/>
              <a:ea typeface="Times New Roman" panose="02020603050405020304" pitchFamily="18" charset="0"/>
              <a:cs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pPr>
            <a:endParaRPr kumimoji="0" lang="en-US" sz="1200" b="0" i="0" u="none" strike="noStrike" cap="none" normalizeH="0" baseline="0" dirty="0" smtClean="0">
              <a:ln>
                <a:noFill/>
              </a:ln>
              <a:solidFill>
                <a:schemeClr val="tx1"/>
              </a:solidFill>
              <a:effectLst/>
              <a:latin typeface="Arial" panose="020B0604020202020204" pitchFamily="34" charset="0"/>
              <a:ea typeface="Times New Roman" panose="02020603050405020304" pitchFamily="18" charset="0"/>
              <a:cs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pPr>
            <a:endParaRPr lang="en-US" sz="1200" dirty="0">
              <a:latin typeface="Arial" panose="020B0604020202020204" pitchFamily="34" charset="0"/>
              <a:ea typeface="Times New Roman" panose="02020603050405020304" pitchFamily="18" charset="0"/>
              <a:cs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pPr>
            <a:endParaRPr kumimoji="0" lang="en-US" sz="1200" b="0" i="0" u="none" strike="noStrike" cap="none" normalizeH="0" baseline="0" dirty="0" smtClean="0">
              <a:ln>
                <a:noFill/>
              </a:ln>
              <a:solidFill>
                <a:schemeClr val="tx1"/>
              </a:solidFill>
              <a:effectLst/>
              <a:latin typeface="Arial" panose="020B0604020202020204" pitchFamily="34" charset="0"/>
              <a:ea typeface="Times New Roman" panose="02020603050405020304" pitchFamily="18" charset="0"/>
              <a:cs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pPr>
            <a:endParaRPr lang="en-US" sz="1200" dirty="0">
              <a:latin typeface="Arial" panose="020B0604020202020204" pitchFamily="34" charset="0"/>
              <a:ea typeface="Times New Roman" panose="02020603050405020304" pitchFamily="18" charset="0"/>
              <a:cs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pPr>
            <a:endParaRPr kumimoji="0" lang="en-US" sz="1200" b="0" i="0" u="none" strike="noStrike" cap="none" normalizeH="0" baseline="0" dirty="0" smtClean="0">
              <a:ln>
                <a:noFill/>
              </a:ln>
              <a:solidFill>
                <a:schemeClr val="tx1"/>
              </a:solidFill>
              <a:effectLst/>
              <a:latin typeface="Arial" panose="020B0604020202020204" pitchFamily="34" charset="0"/>
              <a:ea typeface="Times New Roman" panose="02020603050405020304" pitchFamily="18" charset="0"/>
              <a:cs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pPr>
            <a:endParaRPr lang="en-US" sz="1200" dirty="0">
              <a:latin typeface="Arial" panose="020B0604020202020204" pitchFamily="34" charset="0"/>
              <a:ea typeface="Times New Roman" panose="02020603050405020304" pitchFamily="18" charset="0"/>
              <a:cs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pPr>
            <a:endParaRPr kumimoji="0" lang="en-US" sz="1200" b="0" i="0" u="none" strike="noStrike" cap="none" normalizeH="0" baseline="0" dirty="0" smtClean="0">
              <a:ln>
                <a:noFill/>
              </a:ln>
              <a:solidFill>
                <a:schemeClr val="tx1"/>
              </a:solidFill>
              <a:effectLst/>
              <a:latin typeface="Arial" panose="020B0604020202020204" pitchFamily="34" charset="0"/>
              <a:ea typeface="Times New Roman" panose="02020603050405020304" pitchFamily="18" charset="0"/>
              <a:cs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pPr>
            <a:endParaRPr lang="en-US" sz="1200" dirty="0">
              <a:latin typeface="Arial" panose="020B0604020202020204" pitchFamily="34" charset="0"/>
              <a:ea typeface="Times New Roman" panose="02020603050405020304" pitchFamily="18" charset="0"/>
              <a:cs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pPr>
            <a:endParaRPr kumimoji="0" lang="en-US" sz="1200" b="0" i="0" u="none" strike="noStrike" cap="none" normalizeH="0" baseline="0" dirty="0" smtClean="0">
              <a:ln>
                <a:noFill/>
              </a:ln>
              <a:solidFill>
                <a:schemeClr val="tx1"/>
              </a:solidFill>
              <a:effectLst/>
              <a:latin typeface="Arial" panose="020B0604020202020204" pitchFamily="34" charset="0"/>
              <a:ea typeface="Times New Roman" panose="02020603050405020304" pitchFamily="18" charset="0"/>
              <a:cs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pPr>
            <a:endParaRPr lang="en-US" sz="1200" dirty="0">
              <a:latin typeface="Arial" panose="020B0604020202020204" pitchFamily="34" charset="0"/>
              <a:ea typeface="Times New Roman" panose="02020603050405020304" pitchFamily="18" charset="0"/>
              <a:cs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pPr>
            <a:endParaRPr kumimoji="0" lang="en-US" sz="1200" b="0" i="0" u="none" strike="noStrike" cap="none" normalizeH="0" baseline="0" dirty="0" smtClean="0">
              <a:ln>
                <a:noFill/>
              </a:ln>
              <a:solidFill>
                <a:schemeClr val="tx1"/>
              </a:solidFill>
              <a:effectLst/>
              <a:latin typeface="Arial" panose="020B0604020202020204" pitchFamily="34" charset="0"/>
              <a:ea typeface="Times New Roman" panose="02020603050405020304" pitchFamily="18" charset="0"/>
              <a:cs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pPr>
            <a:endParaRPr lang="en-US" sz="1200" dirty="0">
              <a:latin typeface="Arial" panose="020B0604020202020204" pitchFamily="34" charset="0"/>
              <a:ea typeface="Times New Roman" panose="02020603050405020304" pitchFamily="18" charset="0"/>
              <a:cs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pPr>
            <a:endParaRPr kumimoji="0" lang="en-US" sz="1200" b="0" i="0" u="none" strike="noStrike" cap="none" normalizeH="0" baseline="0" dirty="0" smtClean="0">
              <a:ln>
                <a:noFill/>
              </a:ln>
              <a:solidFill>
                <a:schemeClr val="tx1"/>
              </a:solidFill>
              <a:effectLst/>
              <a:latin typeface="Arial" panose="020B0604020202020204" pitchFamily="34" charset="0"/>
              <a:ea typeface="Times New Roman" panose="02020603050405020304" pitchFamily="18" charset="0"/>
              <a:cs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pPr>
            <a:endParaRPr lang="en-US" sz="1200" dirty="0">
              <a:latin typeface="Arial" panose="020B0604020202020204" pitchFamily="34" charset="0"/>
              <a:ea typeface="Times New Roman" panose="02020603050405020304" pitchFamily="18" charset="0"/>
              <a:cs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pPr>
            <a:endParaRPr kumimoji="0" lang="en-US" sz="1200" b="0" i="0" u="none" strike="noStrike" cap="none" normalizeH="0" baseline="0" dirty="0" smtClean="0">
              <a:ln>
                <a:noFill/>
              </a:ln>
              <a:solidFill>
                <a:schemeClr val="tx1"/>
              </a:solidFill>
              <a:effectLst/>
              <a:latin typeface="Arial" panose="020B0604020202020204" pitchFamily="34" charset="0"/>
              <a:ea typeface="Times New Roman" panose="02020603050405020304" pitchFamily="18" charset="0"/>
              <a:cs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pPr>
            <a:endParaRPr kumimoji="0" lang="en-US" sz="1200" b="0" i="0" u="none" strike="noStrike" cap="none" normalizeH="0" baseline="0" dirty="0" smtClean="0">
              <a:ln>
                <a:noFill/>
              </a:ln>
              <a:solidFill>
                <a:schemeClr val="tx1"/>
              </a:solidFill>
              <a:effectLst/>
              <a:latin typeface="Arial" panose="020B0604020202020204" pitchFamily="34" charset="0"/>
              <a:ea typeface="Times New Roman" panose="02020603050405020304" pitchFamily="18" charset="0"/>
              <a:cs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pPr>
            <a:endParaRPr lang="en-US" sz="1200" dirty="0">
              <a:latin typeface="Arial" panose="020B0604020202020204" pitchFamily="34" charset="0"/>
              <a:ea typeface="Times New Roman" panose="02020603050405020304" pitchFamily="18" charset="0"/>
              <a:cs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pPr>
            <a:endParaRPr kumimoji="0" lang="en-US" sz="1200" b="0" i="0" u="none" strike="noStrike" cap="none" normalizeH="0" baseline="0" dirty="0" smtClean="0">
              <a:ln>
                <a:noFill/>
              </a:ln>
              <a:solidFill>
                <a:schemeClr val="tx1"/>
              </a:solidFill>
              <a:effectLst/>
              <a:latin typeface="Arial" panose="020B0604020202020204" pitchFamily="34" charset="0"/>
              <a:ea typeface="Times New Roman" panose="02020603050405020304" pitchFamily="18" charset="0"/>
              <a:cs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pPr>
            <a:endParaRPr lang="en-US" sz="1200" dirty="0">
              <a:latin typeface="Arial" panose="020B0604020202020204" pitchFamily="34" charset="0"/>
              <a:ea typeface="Times New Roman" panose="02020603050405020304" pitchFamily="18" charset="0"/>
              <a:cs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pPr>
            <a:endParaRPr kumimoji="0" lang="en-US" sz="1200" b="0" i="0" u="none" strike="noStrike" cap="none" normalizeH="0" baseline="0" dirty="0" smtClean="0">
              <a:ln>
                <a:noFill/>
              </a:ln>
              <a:solidFill>
                <a:schemeClr val="tx1"/>
              </a:solidFill>
              <a:effectLst/>
              <a:latin typeface="Arial" panose="020B0604020202020204" pitchFamily="34" charset="0"/>
              <a:ea typeface="Times New Roman" panose="02020603050405020304" pitchFamily="18" charset="0"/>
              <a:cs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pPr>
            <a:endParaRPr lang="en-US" sz="1200" dirty="0">
              <a:latin typeface="Arial" panose="020B0604020202020204" pitchFamily="34" charset="0"/>
              <a:ea typeface="Times New Roman" panose="02020603050405020304" pitchFamily="18" charset="0"/>
              <a:cs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pPr>
            <a:endParaRPr kumimoji="0" lang="en-US" sz="1200" b="0" i="0" u="none" strike="noStrike" cap="none" normalizeH="0" baseline="0" dirty="0" smtClean="0">
              <a:ln>
                <a:noFill/>
              </a:ln>
              <a:solidFill>
                <a:schemeClr val="tx1"/>
              </a:solidFill>
              <a:effectLst/>
              <a:latin typeface="Arial" panose="020B0604020202020204" pitchFamily="34" charset="0"/>
              <a:ea typeface="Times New Roman" panose="02020603050405020304" pitchFamily="18" charset="0"/>
              <a:cs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pPr>
            <a:endParaRPr lang="en-US" sz="1200" dirty="0">
              <a:latin typeface="Arial" panose="020B0604020202020204" pitchFamily="34" charset="0"/>
              <a:ea typeface="Times New Roman" panose="02020603050405020304" pitchFamily="18" charset="0"/>
              <a:cs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pPr>
            <a:endParaRPr kumimoji="0" lang="en-US" sz="1200" b="0" i="0" u="none" strike="noStrike" cap="none" normalizeH="0" baseline="0" dirty="0" smtClean="0">
              <a:ln>
                <a:noFill/>
              </a:ln>
              <a:solidFill>
                <a:schemeClr val="tx1"/>
              </a:solidFill>
              <a:effectLst/>
              <a:latin typeface="Arial" panose="020B0604020202020204" pitchFamily="34" charset="0"/>
              <a:ea typeface="Times New Roman" panose="02020603050405020304" pitchFamily="18" charset="0"/>
              <a:cs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pPr>
            <a:endParaRPr lang="en-US" sz="1200" dirty="0">
              <a:latin typeface="Arial" panose="020B0604020202020204" pitchFamily="34" charset="0"/>
              <a:ea typeface="Times New Roman" panose="02020603050405020304" pitchFamily="18" charset="0"/>
              <a:cs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pPr>
            <a:endParaRPr kumimoji="0" lang="en-US" sz="1200" b="0" i="0" u="none" strike="noStrike" cap="none" normalizeH="0" baseline="0" dirty="0" smtClean="0">
              <a:ln>
                <a:noFill/>
              </a:ln>
              <a:solidFill>
                <a:schemeClr val="tx1"/>
              </a:solidFill>
              <a:effectLst/>
              <a:latin typeface="Arial" panose="020B0604020202020204" pitchFamily="34" charset="0"/>
              <a:ea typeface="Times New Roman" panose="02020603050405020304" pitchFamily="18" charset="0"/>
              <a:cs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pPr>
            <a:endParaRPr lang="en-US" sz="1200" dirty="0">
              <a:latin typeface="Arial" panose="020B0604020202020204" pitchFamily="34" charset="0"/>
              <a:ea typeface="Times New Roman" panose="02020603050405020304" pitchFamily="18" charset="0"/>
              <a:cs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pPr>
            <a:endParaRPr kumimoji="0" lang="en-US" sz="1200" b="0" i="0" u="none" strike="noStrike" cap="none" normalizeH="0" baseline="0" dirty="0" smtClean="0">
              <a:ln>
                <a:noFill/>
              </a:ln>
              <a:solidFill>
                <a:schemeClr val="tx1"/>
              </a:solidFill>
              <a:effectLst/>
              <a:latin typeface="Arial" panose="020B0604020202020204" pitchFamily="34" charset="0"/>
              <a:ea typeface="Times New Roman" panose="02020603050405020304" pitchFamily="18" charset="0"/>
              <a:cs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pPr>
            <a:endParaRPr lang="en-US" sz="1200" dirty="0">
              <a:latin typeface="Arial" panose="020B0604020202020204" pitchFamily="34" charset="0"/>
              <a:ea typeface="Times New Roman" panose="02020603050405020304" pitchFamily="18" charset="0"/>
              <a:cs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pPr>
            <a:endParaRPr kumimoji="0" lang="en-US" sz="1200" b="0" i="0" u="none" strike="noStrike" cap="none" normalizeH="0" baseline="0" dirty="0" smtClean="0">
              <a:ln>
                <a:noFill/>
              </a:ln>
              <a:solidFill>
                <a:schemeClr val="tx1"/>
              </a:solidFill>
              <a:effectLst/>
              <a:latin typeface="Arial" panose="020B0604020202020204" pitchFamily="34" charset="0"/>
              <a:ea typeface="Times New Roman" panose="02020603050405020304" pitchFamily="18" charset="0"/>
              <a:cs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pPr>
            <a:endParaRPr lang="en-US" sz="1200" dirty="0">
              <a:latin typeface="Arial" panose="020B0604020202020204" pitchFamily="34" charset="0"/>
              <a:ea typeface="Times New Roman" panose="02020603050405020304" pitchFamily="18" charset="0"/>
              <a:cs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pPr>
            <a:endParaRPr kumimoji="0" lang="en-US" sz="1200" b="0" i="0" u="none" strike="noStrike" cap="none" normalizeH="0" baseline="0" dirty="0" smtClean="0">
              <a:ln>
                <a:noFill/>
              </a:ln>
              <a:solidFill>
                <a:schemeClr val="tx1"/>
              </a:solidFill>
              <a:effectLst/>
              <a:latin typeface="Arial" panose="020B0604020202020204" pitchFamily="34" charset="0"/>
              <a:ea typeface="Times New Roman" panose="02020603050405020304" pitchFamily="18" charset="0"/>
              <a:cs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pPr>
            <a:endParaRPr lang="en-US" sz="1200" dirty="0">
              <a:latin typeface="Arial" panose="020B0604020202020204" pitchFamily="34" charset="0"/>
              <a:ea typeface="Times New Roman" panose="02020603050405020304" pitchFamily="18" charset="0"/>
              <a:cs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pPr>
            <a:endParaRPr kumimoji="0" lang="en-US" sz="1200" b="0" i="0" u="none" strike="noStrike" cap="none" normalizeH="0" baseline="0" dirty="0" smtClean="0">
              <a:ln>
                <a:noFill/>
              </a:ln>
              <a:solidFill>
                <a:schemeClr val="tx1"/>
              </a:solidFill>
              <a:effectLst/>
              <a:latin typeface="Arial" panose="020B0604020202020204" pitchFamily="34" charset="0"/>
              <a:ea typeface="Times New Roman" panose="02020603050405020304" pitchFamily="18" charset="0"/>
              <a:cs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pPr>
            <a:endParaRPr lang="en-US" sz="1200" dirty="0">
              <a:latin typeface="Arial" panose="020B0604020202020204" pitchFamily="34" charset="0"/>
              <a:ea typeface="Times New Roman" panose="02020603050405020304" pitchFamily="18" charset="0"/>
              <a:cs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pPr>
            <a:endParaRPr kumimoji="0" lang="en-US" sz="1200" b="0" i="0" u="none" strike="noStrike" cap="none" normalizeH="0" baseline="0" dirty="0" smtClean="0">
              <a:ln>
                <a:noFill/>
              </a:ln>
              <a:solidFill>
                <a:schemeClr val="tx1"/>
              </a:solidFill>
              <a:effectLst/>
              <a:latin typeface="Arial" panose="020B0604020202020204" pitchFamily="34" charset="0"/>
              <a:ea typeface="Times New Roman" panose="02020603050405020304" pitchFamily="18" charset="0"/>
              <a:cs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pPr>
            <a:endParaRPr lang="en-US" sz="1200" dirty="0">
              <a:latin typeface="Arial" panose="020B0604020202020204" pitchFamily="34" charset="0"/>
              <a:ea typeface="Times New Roman" panose="02020603050405020304" pitchFamily="18" charset="0"/>
              <a:cs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pPr>
            <a:endParaRPr kumimoji="0" lang="en-US" sz="1200" b="0" i="0" u="none" strike="noStrike" cap="none" normalizeH="0" baseline="0" dirty="0" smtClean="0">
              <a:ln>
                <a:noFill/>
              </a:ln>
              <a:solidFill>
                <a:schemeClr val="tx1"/>
              </a:solidFill>
              <a:effectLst/>
              <a:latin typeface="Arial" panose="020B0604020202020204" pitchFamily="34" charset="0"/>
              <a:ea typeface="Times New Roman" panose="02020603050405020304" pitchFamily="18" charset="0"/>
              <a:cs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pPr>
            <a:endParaRPr lang="en-US" sz="1200" dirty="0">
              <a:latin typeface="Arial" panose="020B0604020202020204" pitchFamily="34" charset="0"/>
              <a:ea typeface="Times New Roman" panose="02020603050405020304" pitchFamily="18" charset="0"/>
              <a:cs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pPr>
            <a:endParaRPr kumimoji="0" lang="en-US" sz="1200" b="0" i="0" u="none" strike="noStrike" cap="none" normalizeH="0" baseline="0" dirty="0" smtClean="0">
              <a:ln>
                <a:noFill/>
              </a:ln>
              <a:solidFill>
                <a:schemeClr val="tx1"/>
              </a:solidFill>
              <a:effectLst/>
              <a:latin typeface="Arial" panose="020B0604020202020204" pitchFamily="34" charset="0"/>
              <a:ea typeface="Times New Roman" panose="02020603050405020304" pitchFamily="18" charset="0"/>
              <a:cs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pPr>
            <a:endParaRPr lang="en-US" sz="1200" dirty="0">
              <a:latin typeface="Arial" panose="020B0604020202020204" pitchFamily="34" charset="0"/>
              <a:ea typeface="Times New Roman" panose="02020603050405020304" pitchFamily="18" charset="0"/>
              <a:cs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pPr>
            <a:endParaRPr kumimoji="0" lang="en-US" sz="1200" b="0" i="0" u="none" strike="noStrike" cap="none" normalizeH="0" baseline="0" dirty="0" smtClean="0">
              <a:ln>
                <a:noFill/>
              </a:ln>
              <a:solidFill>
                <a:schemeClr val="tx1"/>
              </a:solidFill>
              <a:effectLst/>
              <a:latin typeface="Arial" panose="020B0604020202020204" pitchFamily="34" charset="0"/>
              <a:ea typeface="Times New Roman" panose="02020603050405020304" pitchFamily="18" charset="0"/>
              <a:cs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pPr>
            <a:endParaRPr lang="en-US" sz="1200" dirty="0">
              <a:latin typeface="Arial" panose="020B0604020202020204" pitchFamily="34" charset="0"/>
              <a:ea typeface="Times New Roman" panose="02020603050405020304" pitchFamily="18" charset="0"/>
              <a:cs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pPr>
            <a:endParaRPr kumimoji="0" lang="en-US" sz="1200" b="0" i="0" u="none" strike="noStrike" cap="none" normalizeH="0" baseline="0" dirty="0" smtClean="0">
              <a:ln>
                <a:noFill/>
              </a:ln>
              <a:solidFill>
                <a:schemeClr val="tx1"/>
              </a:solidFill>
              <a:effectLst/>
              <a:latin typeface="Arial" panose="020B0604020202020204" pitchFamily="34" charset="0"/>
              <a:ea typeface="Times New Roman" panose="02020603050405020304" pitchFamily="18" charset="0"/>
              <a:cs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pPr>
            <a:endParaRPr lang="en-US" sz="1200" dirty="0">
              <a:latin typeface="Arial" panose="020B0604020202020204" pitchFamily="34" charset="0"/>
              <a:ea typeface="Times New Roman" panose="02020603050405020304" pitchFamily="18" charset="0"/>
              <a:cs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pPr>
            <a:endParaRPr kumimoji="0" lang="en-US" sz="1200" b="0" i="0" u="none" strike="noStrike" cap="none" normalizeH="0" baseline="0" dirty="0" smtClean="0">
              <a:ln>
                <a:noFill/>
              </a:ln>
              <a:solidFill>
                <a:schemeClr val="tx1"/>
              </a:solidFill>
              <a:effectLst/>
              <a:latin typeface="Arial" panose="020B0604020202020204" pitchFamily="34" charset="0"/>
              <a:ea typeface="Times New Roman" panose="02020603050405020304" pitchFamily="18" charset="0"/>
              <a:cs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pPr>
            <a:endParaRPr lang="en-US" sz="1200" dirty="0">
              <a:latin typeface="Arial" panose="020B0604020202020204" pitchFamily="34" charset="0"/>
              <a:ea typeface="Times New Roman" panose="02020603050405020304" pitchFamily="18" charset="0"/>
              <a:cs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pPr>
            <a:endParaRPr kumimoji="0" lang="en-US" sz="1200" b="0" i="0" u="none" strike="noStrike" cap="none" normalizeH="0" baseline="0" dirty="0" smtClean="0">
              <a:ln>
                <a:noFill/>
              </a:ln>
              <a:solidFill>
                <a:schemeClr val="tx1"/>
              </a:solidFill>
              <a:effectLst/>
              <a:latin typeface="Arial" panose="020B0604020202020204" pitchFamily="34" charset="0"/>
              <a:ea typeface="Times New Roman" panose="02020603050405020304" pitchFamily="18" charset="0"/>
              <a:cs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pPr>
            <a:endParaRPr lang="en-US" sz="1200" dirty="0">
              <a:latin typeface="Arial" panose="020B0604020202020204" pitchFamily="34" charset="0"/>
              <a:cs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pPr>
            <a:endParaRPr kumimoji="0" lang="en-US" sz="1200" b="0" i="0" u="none" strike="noStrike" cap="none" normalizeH="0" baseline="0" dirty="0" smtClean="0">
              <a:ln>
                <a:noFill/>
              </a:ln>
              <a:solidFill>
                <a:schemeClr val="tx1"/>
              </a:solidFill>
              <a:effectLst/>
              <a:latin typeface="Arial" panose="020B0604020202020204" pitchFamily="34" charset="0"/>
              <a:cs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pPr>
            <a:endParaRPr kumimoji="0" lang="en-US" sz="1800" b="0" i="0" u="none" strike="noStrike" cap="none" normalizeH="0" baseline="0" dirty="0" smtClean="0">
              <a:ln>
                <a:noFill/>
              </a:ln>
              <a:solidFill>
                <a:schemeClr val="tx1"/>
              </a:solidFill>
              <a:effectLst/>
              <a:latin typeface="Arial" panose="020B0604020202020204" pitchFamily="34" charset="0"/>
              <a:cs typeface="Arial" panose="020B0604020202020204" pitchFamily="34" charset="0"/>
            </a:endParaRPr>
          </a:p>
        </p:txBody>
      </p:sp>
      <p:pic>
        <p:nvPicPr>
          <p:cNvPr id="8" name="Picture 7"/>
          <p:cNvPicPr/>
          <p:nvPr/>
        </p:nvPicPr>
        <p:blipFill>
          <a:blip r:embed="rId1" cstate="print"/>
          <a:stretch>
            <a:fillRect/>
          </a:stretch>
        </p:blipFill>
        <p:spPr>
          <a:xfrm>
            <a:off x="395536" y="2636912"/>
            <a:ext cx="3573780" cy="3240360"/>
          </a:xfrm>
          <a:prstGeom prst="rect">
            <a:avLst/>
          </a:prstGeom>
        </p:spPr>
      </p:pic>
      <p:pic>
        <p:nvPicPr>
          <p:cNvPr id="9" name="Picture 8"/>
          <p:cNvPicPr/>
          <p:nvPr/>
        </p:nvPicPr>
        <p:blipFill>
          <a:blip r:embed="rId2" cstate="print"/>
          <a:stretch>
            <a:fillRect/>
          </a:stretch>
        </p:blipFill>
        <p:spPr>
          <a:xfrm>
            <a:off x="3923928" y="2564904"/>
            <a:ext cx="4655820" cy="3816424"/>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2195736" y="1124744"/>
            <a:ext cx="2952328" cy="369332"/>
          </a:xfrm>
          <a:prstGeom prst="rect">
            <a:avLst/>
          </a:prstGeom>
          <a:noFill/>
        </p:spPr>
        <p:txBody>
          <a:bodyPr wrap="square" rtlCol="0">
            <a:spAutoFit/>
          </a:bodyPr>
          <a:lstStyle/>
          <a:p>
            <a:endParaRPr lang="en-US" dirty="0"/>
          </a:p>
        </p:txBody>
      </p:sp>
      <p:sp>
        <p:nvSpPr>
          <p:cNvPr id="25601" name="Rectangle 1"/>
          <p:cNvSpPr>
            <a:spLocks noChangeArrowheads="1"/>
          </p:cNvSpPr>
          <p:nvPr/>
        </p:nvSpPr>
        <p:spPr bwMode="auto">
          <a:xfrm>
            <a:off x="0" y="764704"/>
            <a:ext cx="9144000" cy="8586966"/>
          </a:xfrm>
          <a:prstGeom prst="rect">
            <a:avLst/>
          </a:prstGeom>
          <a:noFill/>
          <a:ln w="9525">
            <a:noFill/>
            <a:miter lim="800000"/>
          </a:ln>
          <a:effectLst/>
        </p:spPr>
        <p:txBody>
          <a:bodyPr vert="horz" wrap="square" lIns="91440" tIns="45720" rIns="91440" bIns="45720" numCol="1" anchor="ctr" anchorCtr="0" compatLnSpc="1">
            <a:spAutoFit/>
          </a:bodyPr>
          <a:lstStyle/>
          <a:p>
            <a:pPr algn="ctr" eaLnBrk="0" fontAlgn="base" hangingPunct="0">
              <a:spcBef>
                <a:spcPct val="0"/>
              </a:spcBef>
              <a:spcAft>
                <a:spcPct val="0"/>
              </a:spcAft>
            </a:pPr>
            <a:r>
              <a:rPr lang="en-US" sz="2400" b="1" dirty="0"/>
              <a:t>Confusion Matrix for Random Forest</a:t>
            </a:r>
            <a:r>
              <a:rPr lang="en-US" sz="2400" b="1" dirty="0" smtClean="0"/>
              <a:t>:</a:t>
            </a:r>
            <a:endParaRPr lang="en-US" sz="2400" b="1" dirty="0" smtClean="0"/>
          </a:p>
          <a:p>
            <a:pPr algn="ctr" eaLnBrk="0" fontAlgn="base" hangingPunct="0">
              <a:spcBef>
                <a:spcPct val="0"/>
              </a:spcBef>
              <a:spcAft>
                <a:spcPct val="0"/>
              </a:spcAft>
            </a:pPr>
            <a:endParaRPr lang="en-US" sz="2400" dirty="0" smtClean="0"/>
          </a:p>
          <a:p>
            <a:pPr marL="0" marR="0" lvl="0" indent="0" algn="l" defTabSz="914400" rtl="0" eaLnBrk="0" fontAlgn="base" latinLnBrk="0" hangingPunct="0">
              <a:lnSpc>
                <a:spcPct val="100000"/>
              </a:lnSpc>
              <a:spcBef>
                <a:spcPct val="0"/>
              </a:spcBef>
              <a:spcAft>
                <a:spcPct val="0"/>
              </a:spcAft>
              <a:buClrTx/>
              <a:buSzTx/>
              <a:buFontTx/>
              <a:buNone/>
            </a:pPr>
            <a:r>
              <a:rPr kumimoji="0" lang="en-US" b="0" i="0" u="none" strike="noStrike" cap="none" normalizeH="0" baseline="0" dirty="0" smtClean="0">
                <a:ln>
                  <a:noFill/>
                </a:ln>
                <a:solidFill>
                  <a:schemeClr val="tx1"/>
                </a:solidFill>
                <a:effectLst/>
                <a:latin typeface="Arial" panose="020B0604020202020204" pitchFamily="34" charset="0"/>
                <a:ea typeface="Times New Roman" panose="02020603050405020304" pitchFamily="18" charset="0"/>
                <a:cs typeface="Arial" panose="020B0604020202020204" pitchFamily="34" charset="0"/>
              </a:rPr>
              <a:t>Random Forest is a popular machine learning algorithm that can be used for landslide prediction. It is an ensemble learning method that combines multiple decision trees to make predictions</a:t>
            </a:r>
            <a:r>
              <a:rPr kumimoji="0" lang="en-US" b="0" i="0" u="none" strike="noStrike" cap="none" normalizeH="0" baseline="0" dirty="0" smtClean="0">
                <a:ln>
                  <a:noFill/>
                </a:ln>
                <a:solidFill>
                  <a:schemeClr val="tx1"/>
                </a:solidFill>
                <a:effectLst/>
                <a:latin typeface="Arial" panose="020B0604020202020204" pitchFamily="34" charset="0"/>
                <a:cs typeface="Arial" panose="020B0604020202020204" pitchFamily="34" charset="0"/>
              </a:rPr>
              <a:t> </a:t>
            </a:r>
            <a:endParaRPr kumimoji="0" lang="en-US" b="0" i="0" u="none" strike="noStrike" cap="none" normalizeH="0" baseline="0" dirty="0" smtClean="0">
              <a:ln>
                <a:noFill/>
              </a:ln>
              <a:solidFill>
                <a:schemeClr val="tx1"/>
              </a:solidFill>
              <a:effectLst/>
              <a:latin typeface="Arial" panose="020B0604020202020204" pitchFamily="34" charset="0"/>
              <a:cs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pPr>
            <a:endParaRPr lang="en-US" dirty="0">
              <a:latin typeface="Arial" panose="020B0604020202020204" pitchFamily="34" charset="0"/>
              <a:cs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pPr>
            <a:endParaRPr kumimoji="0" lang="en-US" b="0" i="0" u="none" strike="noStrike" cap="none" normalizeH="0" baseline="0" dirty="0" smtClean="0">
              <a:ln>
                <a:noFill/>
              </a:ln>
              <a:solidFill>
                <a:schemeClr val="tx1"/>
              </a:solidFill>
              <a:effectLst/>
              <a:latin typeface="Arial" panose="020B0604020202020204" pitchFamily="34" charset="0"/>
              <a:cs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pPr>
            <a:endParaRPr lang="en-US" dirty="0">
              <a:latin typeface="Arial" panose="020B0604020202020204" pitchFamily="34" charset="0"/>
              <a:cs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pPr>
            <a:endParaRPr kumimoji="0" lang="en-US" b="0" i="0" u="none" strike="noStrike" cap="none" normalizeH="0" baseline="0" dirty="0" smtClean="0">
              <a:ln>
                <a:noFill/>
              </a:ln>
              <a:solidFill>
                <a:schemeClr val="tx1"/>
              </a:solidFill>
              <a:effectLst/>
              <a:latin typeface="Arial" panose="020B0604020202020204" pitchFamily="34" charset="0"/>
              <a:cs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pPr>
            <a:endParaRPr lang="en-US" dirty="0">
              <a:latin typeface="Arial" panose="020B0604020202020204" pitchFamily="34" charset="0"/>
              <a:cs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pPr>
            <a:endParaRPr kumimoji="0" lang="en-US" b="0" i="0" u="none" strike="noStrike" cap="none" normalizeH="0" baseline="0" dirty="0" smtClean="0">
              <a:ln>
                <a:noFill/>
              </a:ln>
              <a:solidFill>
                <a:schemeClr val="tx1"/>
              </a:solidFill>
              <a:effectLst/>
              <a:latin typeface="Arial" panose="020B0604020202020204" pitchFamily="34" charset="0"/>
              <a:cs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pPr>
            <a:endParaRPr lang="en-US" dirty="0">
              <a:latin typeface="Arial" panose="020B0604020202020204" pitchFamily="34" charset="0"/>
              <a:cs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pPr>
            <a:endParaRPr kumimoji="0" lang="en-US" b="0" i="0" u="none" strike="noStrike" cap="none" normalizeH="0" baseline="0" dirty="0" smtClean="0">
              <a:ln>
                <a:noFill/>
              </a:ln>
              <a:solidFill>
                <a:schemeClr val="tx1"/>
              </a:solidFill>
              <a:effectLst/>
              <a:latin typeface="Arial" panose="020B0604020202020204" pitchFamily="34" charset="0"/>
              <a:cs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pPr>
            <a:endParaRPr lang="en-US" dirty="0">
              <a:latin typeface="Arial" panose="020B0604020202020204" pitchFamily="34" charset="0"/>
              <a:cs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pPr>
            <a:endParaRPr kumimoji="0" lang="en-US" b="0" i="0" u="none" strike="noStrike" cap="none" normalizeH="0" baseline="0" dirty="0" smtClean="0">
              <a:ln>
                <a:noFill/>
              </a:ln>
              <a:solidFill>
                <a:schemeClr val="tx1"/>
              </a:solidFill>
              <a:effectLst/>
              <a:latin typeface="Arial" panose="020B0604020202020204" pitchFamily="34" charset="0"/>
              <a:cs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pPr>
            <a:endParaRPr lang="en-US" dirty="0">
              <a:latin typeface="Arial" panose="020B0604020202020204" pitchFamily="34" charset="0"/>
              <a:cs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pPr>
            <a:endParaRPr kumimoji="0" lang="en-US" b="0" i="0" u="none" strike="noStrike" cap="none" normalizeH="0" baseline="0" dirty="0" smtClean="0">
              <a:ln>
                <a:noFill/>
              </a:ln>
              <a:solidFill>
                <a:schemeClr val="tx1"/>
              </a:solidFill>
              <a:effectLst/>
              <a:latin typeface="Arial" panose="020B0604020202020204" pitchFamily="34" charset="0"/>
              <a:cs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pPr>
            <a:endParaRPr lang="en-US" dirty="0">
              <a:latin typeface="Arial" panose="020B0604020202020204" pitchFamily="34" charset="0"/>
              <a:cs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pPr>
            <a:endParaRPr kumimoji="0" lang="en-US" b="0" i="0" u="none" strike="noStrike" cap="none" normalizeH="0" baseline="0" dirty="0" smtClean="0">
              <a:ln>
                <a:noFill/>
              </a:ln>
              <a:solidFill>
                <a:schemeClr val="tx1"/>
              </a:solidFill>
              <a:effectLst/>
              <a:latin typeface="Arial" panose="020B0604020202020204" pitchFamily="34" charset="0"/>
              <a:cs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pPr>
            <a:endParaRPr lang="en-US" dirty="0">
              <a:latin typeface="Arial" panose="020B0604020202020204" pitchFamily="34" charset="0"/>
              <a:cs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pPr>
            <a:endParaRPr kumimoji="0" lang="en-US" b="0" i="0" u="none" strike="noStrike" cap="none" normalizeH="0" baseline="0" dirty="0" smtClean="0">
              <a:ln>
                <a:noFill/>
              </a:ln>
              <a:solidFill>
                <a:schemeClr val="tx1"/>
              </a:solidFill>
              <a:effectLst/>
              <a:latin typeface="Arial" panose="020B0604020202020204" pitchFamily="34" charset="0"/>
              <a:cs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pPr>
            <a:endParaRPr lang="en-US" dirty="0">
              <a:latin typeface="Arial" panose="020B0604020202020204" pitchFamily="34" charset="0"/>
              <a:cs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pPr>
            <a:endParaRPr kumimoji="0" lang="en-US" b="0" i="0" u="none" strike="noStrike" cap="none" normalizeH="0" baseline="0" dirty="0" smtClean="0">
              <a:ln>
                <a:noFill/>
              </a:ln>
              <a:solidFill>
                <a:schemeClr val="tx1"/>
              </a:solidFill>
              <a:effectLst/>
              <a:latin typeface="Arial" panose="020B0604020202020204" pitchFamily="34" charset="0"/>
              <a:cs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pPr>
            <a:endParaRPr lang="en-US" dirty="0">
              <a:latin typeface="Arial" panose="020B0604020202020204" pitchFamily="34" charset="0"/>
              <a:cs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pPr>
            <a:endParaRPr kumimoji="0" lang="en-US" b="0" i="0" u="none" strike="noStrike" cap="none" normalizeH="0" baseline="0" dirty="0" smtClean="0">
              <a:ln>
                <a:noFill/>
              </a:ln>
              <a:solidFill>
                <a:schemeClr val="tx1"/>
              </a:solidFill>
              <a:effectLst/>
              <a:latin typeface="Arial" panose="020B0604020202020204" pitchFamily="34" charset="0"/>
              <a:cs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pPr>
            <a:endParaRPr lang="en-US" dirty="0">
              <a:latin typeface="Arial" panose="020B0604020202020204" pitchFamily="34" charset="0"/>
              <a:cs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pPr>
            <a:endParaRPr kumimoji="0" lang="en-US" b="0" i="0" u="none" strike="noStrike" cap="none" normalizeH="0" baseline="0" dirty="0" smtClean="0">
              <a:ln>
                <a:noFill/>
              </a:ln>
              <a:solidFill>
                <a:schemeClr val="tx1"/>
              </a:solidFill>
              <a:effectLst/>
              <a:latin typeface="Arial" panose="020B0604020202020204" pitchFamily="34" charset="0"/>
              <a:cs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pPr>
            <a:endParaRPr lang="en-US" dirty="0">
              <a:latin typeface="Arial" panose="020B0604020202020204" pitchFamily="34" charset="0"/>
              <a:cs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pPr>
            <a:endParaRPr kumimoji="0" lang="en-US" b="0" i="0" u="none" strike="noStrike" cap="none" normalizeH="0" baseline="0" dirty="0" smtClean="0">
              <a:ln>
                <a:noFill/>
              </a:ln>
              <a:solidFill>
                <a:schemeClr val="tx1"/>
              </a:solidFill>
              <a:effectLst/>
              <a:latin typeface="Arial" panose="020B0604020202020204" pitchFamily="34" charset="0"/>
              <a:cs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pPr>
            <a:endParaRPr kumimoji="0" lang="en-US" b="0" i="0" u="none" strike="noStrike" cap="none" normalizeH="0" baseline="0" dirty="0" smtClean="0">
              <a:ln>
                <a:noFill/>
              </a:ln>
              <a:solidFill>
                <a:schemeClr val="tx1"/>
              </a:solidFill>
              <a:effectLst/>
              <a:latin typeface="Arial" panose="020B0604020202020204" pitchFamily="34" charset="0"/>
              <a:cs typeface="Arial" panose="020B0604020202020204" pitchFamily="34" charset="0"/>
            </a:endParaRPr>
          </a:p>
        </p:txBody>
      </p:sp>
      <p:pic>
        <p:nvPicPr>
          <p:cNvPr id="5" name="Picture 4"/>
          <p:cNvPicPr/>
          <p:nvPr/>
        </p:nvPicPr>
        <p:blipFill>
          <a:blip r:embed="rId1" cstate="print"/>
          <a:stretch>
            <a:fillRect/>
          </a:stretch>
        </p:blipFill>
        <p:spPr>
          <a:xfrm>
            <a:off x="395536" y="2708920"/>
            <a:ext cx="3413760" cy="3024336"/>
          </a:xfrm>
          <a:prstGeom prst="rect">
            <a:avLst/>
          </a:prstGeom>
        </p:spPr>
      </p:pic>
      <p:pic>
        <p:nvPicPr>
          <p:cNvPr id="6" name="Picture 5"/>
          <p:cNvPicPr/>
          <p:nvPr/>
        </p:nvPicPr>
        <p:blipFill>
          <a:blip r:embed="rId2" cstate="print"/>
          <a:stretch>
            <a:fillRect/>
          </a:stretch>
        </p:blipFill>
        <p:spPr>
          <a:xfrm>
            <a:off x="4067945" y="2492896"/>
            <a:ext cx="5076056" cy="3672408"/>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49" name="Rectangle 1"/>
          <p:cNvSpPr>
            <a:spLocks noChangeArrowheads="1"/>
          </p:cNvSpPr>
          <p:nvPr/>
        </p:nvSpPr>
        <p:spPr bwMode="auto">
          <a:xfrm>
            <a:off x="0" y="852681"/>
            <a:ext cx="9144000" cy="5232202"/>
          </a:xfrm>
          <a:prstGeom prst="rect">
            <a:avLst/>
          </a:prstGeom>
          <a:noFill/>
          <a:ln w="9525">
            <a:noFill/>
            <a:miter lim="800000"/>
          </a:ln>
          <a:effectLst/>
        </p:spPr>
        <p:txBody>
          <a:bodyPr vert="horz" wrap="square" lIns="91440" tIns="45720" rIns="91440" bIns="45720" numCol="1" anchor="ctr" anchorCtr="0" compatLnSpc="1">
            <a:spAutoFit/>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sz="2000" b="1" i="0" u="none" strike="noStrike" cap="none" normalizeH="0" baseline="0" dirty="0" smtClean="0">
                <a:ln>
                  <a:noFill/>
                </a:ln>
                <a:solidFill>
                  <a:schemeClr val="tx1"/>
                </a:solidFill>
                <a:effectLst/>
                <a:latin typeface="Arial" panose="020B0604020202020204" pitchFamily="34" charset="0"/>
                <a:ea typeface="Times New Roman" panose="02020603050405020304" pitchFamily="18" charset="0"/>
                <a:cs typeface="Arial" panose="020B0604020202020204" pitchFamily="34" charset="0"/>
              </a:rPr>
              <a:t>Conclusion and Future scope</a:t>
            </a:r>
            <a:r>
              <a:rPr kumimoji="0" lang="en-US" sz="1400" b="1" i="0" u="none" strike="noStrike" cap="none" normalizeH="0" baseline="0" dirty="0" smtClean="0">
                <a:ln>
                  <a:noFill/>
                </a:ln>
                <a:solidFill>
                  <a:schemeClr val="tx1"/>
                </a:solidFill>
                <a:effectLst/>
                <a:latin typeface="Arial" panose="020B0604020202020204" pitchFamily="34" charset="0"/>
                <a:ea typeface="Times New Roman" panose="02020603050405020304" pitchFamily="18" charset="0"/>
                <a:cs typeface="Arial" panose="020B0604020202020204" pitchFamily="34" charset="0"/>
              </a:rPr>
              <a:t>:</a:t>
            </a:r>
            <a:endParaRPr kumimoji="0" lang="en-US" sz="1400" b="1" i="0" u="none" strike="noStrike" cap="none" normalizeH="0" baseline="0" dirty="0" smtClean="0">
              <a:ln>
                <a:noFill/>
              </a:ln>
              <a:solidFill>
                <a:schemeClr val="tx1"/>
              </a:solidFill>
              <a:effectLst/>
              <a:latin typeface="Arial" panose="020B0604020202020204" pitchFamily="34" charset="0"/>
              <a:ea typeface="Times New Roman" panose="02020603050405020304" pitchFamily="18" charset="0"/>
              <a:cs typeface="Arial" panose="020B0604020202020204" pitchFamily="34" charset="0"/>
            </a:endParaRPr>
          </a:p>
          <a:p>
            <a:pPr marL="0" marR="0" lvl="0" indent="0" algn="ctr" defTabSz="914400" rtl="0" eaLnBrk="1" fontAlgn="base" latinLnBrk="0" hangingPunct="1">
              <a:lnSpc>
                <a:spcPct val="100000"/>
              </a:lnSpc>
              <a:spcBef>
                <a:spcPct val="0"/>
              </a:spcBef>
              <a:spcAft>
                <a:spcPct val="0"/>
              </a:spcAft>
              <a:buClrTx/>
              <a:buSzTx/>
              <a:buFontTx/>
              <a:buNone/>
            </a:pPr>
            <a:endParaRPr lang="en-US" sz="1400" b="1" dirty="0">
              <a:latin typeface="Arial" panose="020B0604020202020204" pitchFamily="34" charset="0"/>
              <a:ea typeface="Times New Roman" panose="02020603050405020304" pitchFamily="18" charset="0"/>
              <a:cs typeface="Arial" panose="020B0604020202020204" pitchFamily="34" charset="0"/>
            </a:endParaRPr>
          </a:p>
          <a:p>
            <a:pPr marL="0" marR="0" lvl="0" indent="0" algn="ctr" defTabSz="914400" rtl="0" eaLnBrk="1" fontAlgn="base" latinLnBrk="0" hangingPunct="1">
              <a:lnSpc>
                <a:spcPct val="100000"/>
              </a:lnSpc>
              <a:spcBef>
                <a:spcPct val="0"/>
              </a:spcBef>
              <a:spcAft>
                <a:spcPct val="0"/>
              </a:spcAft>
              <a:buClrTx/>
              <a:buSzTx/>
              <a:buFontTx/>
              <a:buNone/>
            </a:pPr>
            <a:endParaRPr kumimoji="0" lang="en-US" sz="1200" b="0" i="0" u="none" strike="noStrike" cap="none" normalizeH="0" baseline="0" dirty="0" smtClean="0">
              <a:ln>
                <a:noFill/>
              </a:ln>
              <a:solidFill>
                <a:schemeClr val="tx1"/>
              </a:solidFill>
              <a:effectLst/>
              <a:latin typeface="Arial" panose="020B0604020202020204" pitchFamily="34" charset="0"/>
              <a:ea typeface="Times New Roman" panose="02020603050405020304" pitchFamily="18" charset="0"/>
              <a:cs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 typeface="Arial" panose="020B0604020202020204" pitchFamily="34" charset="0"/>
              <a:buChar char="•"/>
            </a:pPr>
            <a:r>
              <a:rPr kumimoji="0" lang="en-US" b="0" i="0" u="none" strike="noStrike" cap="none" normalizeH="0" baseline="0" dirty="0" smtClean="0">
                <a:ln>
                  <a:noFill/>
                </a:ln>
                <a:solidFill>
                  <a:schemeClr val="tx1"/>
                </a:solidFill>
                <a:effectLst/>
                <a:latin typeface="Arial" panose="020B0604020202020204" pitchFamily="34" charset="0"/>
                <a:ea typeface="Times New Roman" panose="02020603050405020304" pitchFamily="18" charset="0"/>
                <a:cs typeface="Arial" panose="020B0604020202020204" pitchFamily="34" charset="0"/>
              </a:rPr>
              <a:t>In conclusion, landslide prediction is a critical task that requires a combination of data analysis, risk assessment, monitoring technologies, and community engagement.</a:t>
            </a:r>
            <a:endParaRPr kumimoji="0" lang="en-US" b="0" i="0" u="none" strike="noStrike" cap="none" normalizeH="0" baseline="0" dirty="0" smtClean="0">
              <a:ln>
                <a:noFill/>
              </a:ln>
              <a:solidFill>
                <a:schemeClr val="tx1"/>
              </a:solidFill>
              <a:effectLst/>
              <a:latin typeface="Arial" panose="020B0604020202020204" pitchFamily="34" charset="0"/>
              <a:ea typeface="Times New Roman" panose="02020603050405020304" pitchFamily="18" charset="0"/>
              <a:cs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 typeface="Arial" panose="020B0604020202020204" pitchFamily="34" charset="0"/>
              <a:buChar char="•"/>
            </a:pPr>
            <a:endParaRPr kumimoji="0" lang="en-US" b="0" i="0" u="none" strike="noStrike" cap="none" normalizeH="0" baseline="0" dirty="0" smtClean="0">
              <a:ln>
                <a:noFill/>
              </a:ln>
              <a:solidFill>
                <a:schemeClr val="tx1"/>
              </a:solidFill>
              <a:effectLst/>
              <a:latin typeface="Arial" panose="020B0604020202020204" pitchFamily="34" charset="0"/>
              <a:ea typeface="Times New Roman" panose="02020603050405020304" pitchFamily="18" charset="0"/>
              <a:cs typeface="Arial" panose="020B0604020202020204" pitchFamily="34" charset="0"/>
            </a:endParaRPr>
          </a:p>
          <a:p>
            <a:pPr lvl="0" eaLnBrk="0" fontAlgn="base" hangingPunct="0">
              <a:spcBef>
                <a:spcPct val="0"/>
              </a:spcBef>
              <a:spcAft>
                <a:spcPct val="0"/>
              </a:spcAft>
              <a:buFont typeface="Arial" panose="020B0604020202020204" pitchFamily="34" charset="0"/>
              <a:buChar char="•"/>
            </a:pPr>
            <a:r>
              <a:rPr lang="en-US" dirty="0"/>
              <a:t>In our current research 3 popular ML regression and classification models that is Logistic Regression, Decision Tree and Random Forest </a:t>
            </a:r>
            <a:r>
              <a:rPr kumimoji="0" lang="en-US" b="0" i="0" u="none" strike="noStrike" cap="none" normalizeH="0" baseline="0" dirty="0" smtClean="0">
                <a:ln>
                  <a:noFill/>
                </a:ln>
                <a:solidFill>
                  <a:schemeClr val="tx1"/>
                </a:solidFill>
                <a:effectLst/>
                <a:latin typeface="Arial" panose="020B0604020202020204" pitchFamily="34" charset="0"/>
                <a:cs typeface="Arial" panose="020B0604020202020204" pitchFamily="34" charset="0"/>
              </a:rPr>
              <a:t> </a:t>
            </a:r>
            <a:endParaRPr kumimoji="0" lang="en-US" b="0" i="0" u="none" strike="noStrike" cap="none" normalizeH="0" baseline="0" dirty="0" smtClean="0">
              <a:ln>
                <a:noFill/>
              </a:ln>
              <a:solidFill>
                <a:schemeClr val="tx1"/>
              </a:solidFill>
              <a:effectLst/>
              <a:latin typeface="Arial" panose="020B0604020202020204" pitchFamily="34" charset="0"/>
              <a:cs typeface="Arial" panose="020B0604020202020204" pitchFamily="34" charset="0"/>
            </a:endParaRPr>
          </a:p>
          <a:p>
            <a:pPr lvl="0" eaLnBrk="0" fontAlgn="base" hangingPunct="0">
              <a:spcBef>
                <a:spcPct val="0"/>
              </a:spcBef>
              <a:spcAft>
                <a:spcPct val="0"/>
              </a:spcAft>
              <a:buFont typeface="Arial" panose="020B0604020202020204" pitchFamily="34" charset="0"/>
              <a:buChar char="•"/>
            </a:pPr>
            <a:endParaRPr lang="en-US" dirty="0">
              <a:latin typeface="Arial" panose="020B0604020202020204" pitchFamily="34" charset="0"/>
              <a:cs typeface="Arial" panose="020B0604020202020204" pitchFamily="34" charset="0"/>
            </a:endParaRPr>
          </a:p>
          <a:p>
            <a:pPr lvl="0" eaLnBrk="0" fontAlgn="base" hangingPunct="0">
              <a:spcBef>
                <a:spcPct val="0"/>
              </a:spcBef>
              <a:spcAft>
                <a:spcPct val="0"/>
              </a:spcAft>
              <a:buFont typeface="Arial" panose="020B0604020202020204" pitchFamily="34" charset="0"/>
              <a:buChar char="•"/>
            </a:pPr>
            <a:r>
              <a:rPr lang="en-US" dirty="0"/>
              <a:t>Based on the statistical analysis, a ratio of 75/25 for training and testing datasets was considered as the best ratio for training and testing of models</a:t>
            </a:r>
            <a:r>
              <a:rPr lang="en-US" dirty="0" smtClean="0"/>
              <a:t>.</a:t>
            </a:r>
            <a:endParaRPr lang="en-US" dirty="0" smtClean="0"/>
          </a:p>
          <a:p>
            <a:pPr lvl="0" eaLnBrk="0" fontAlgn="base" hangingPunct="0">
              <a:spcBef>
                <a:spcPct val="0"/>
              </a:spcBef>
              <a:spcAft>
                <a:spcPct val="0"/>
              </a:spcAft>
              <a:buFont typeface="Arial" panose="020B0604020202020204" pitchFamily="34" charset="0"/>
              <a:buChar char="•"/>
            </a:pPr>
            <a:endParaRPr kumimoji="0" lang="en-US" b="0" i="0" u="none" strike="noStrike" cap="none" normalizeH="0" baseline="0" dirty="0">
              <a:ln>
                <a:noFill/>
              </a:ln>
              <a:solidFill>
                <a:schemeClr val="tx1"/>
              </a:solidFill>
              <a:effectLst/>
              <a:latin typeface="Arial" panose="020B0604020202020204" pitchFamily="34" charset="0"/>
              <a:cs typeface="Arial" panose="020B0604020202020204" pitchFamily="34" charset="0"/>
            </a:endParaRPr>
          </a:p>
          <a:p>
            <a:pPr lvl="0" eaLnBrk="0" fontAlgn="base" hangingPunct="0">
              <a:spcBef>
                <a:spcPct val="0"/>
              </a:spcBef>
              <a:spcAft>
                <a:spcPct val="0"/>
              </a:spcAft>
              <a:buFont typeface="Arial" panose="020B0604020202020204" pitchFamily="34" charset="0"/>
              <a:buChar char="•"/>
            </a:pPr>
            <a:r>
              <a:rPr lang="en-US" dirty="0"/>
              <a:t>However, it is important to note that landslide prediction is inherently challenging due to the complex nature of geological processes and the multitude of factors involved. </a:t>
            </a:r>
            <a:endParaRPr lang="en-US" dirty="0" smtClean="0"/>
          </a:p>
          <a:p>
            <a:pPr lvl="0" eaLnBrk="0" fontAlgn="base" hangingPunct="0">
              <a:spcBef>
                <a:spcPct val="0"/>
              </a:spcBef>
              <a:spcAft>
                <a:spcPct val="0"/>
              </a:spcAft>
              <a:buFont typeface="Arial" panose="020B0604020202020204" pitchFamily="34" charset="0"/>
              <a:buChar char="•"/>
            </a:pPr>
            <a:endParaRPr kumimoji="0" lang="en-US" b="0" i="0" u="none" strike="noStrike" cap="none" normalizeH="0" baseline="0" dirty="0">
              <a:ln>
                <a:noFill/>
              </a:ln>
              <a:solidFill>
                <a:schemeClr val="tx1"/>
              </a:solidFill>
              <a:effectLst/>
              <a:latin typeface="Arial" panose="020B0604020202020204" pitchFamily="34" charset="0"/>
              <a:cs typeface="Arial" panose="020B0604020202020204" pitchFamily="34" charset="0"/>
            </a:endParaRPr>
          </a:p>
          <a:p>
            <a:pPr eaLnBrk="0" fontAlgn="base" hangingPunct="0">
              <a:spcBef>
                <a:spcPct val="0"/>
              </a:spcBef>
              <a:spcAft>
                <a:spcPct val="0"/>
              </a:spcAft>
              <a:buFont typeface="Arial" panose="020B0604020202020204" pitchFamily="34" charset="0"/>
              <a:buChar char="•"/>
            </a:pPr>
            <a:r>
              <a:rPr lang="en-US" dirty="0"/>
              <a:t>By investing in research, fostering collaboration, and implementing proactive measures, we can mitigate the risks associated with landslides and strive towards a safer and more resilient future.</a:t>
            </a:r>
            <a:endParaRPr lang="en-US" dirty="0"/>
          </a:p>
          <a:p>
            <a:pPr lvl="0" eaLnBrk="0" fontAlgn="base" hangingPunct="0">
              <a:spcBef>
                <a:spcPct val="0"/>
              </a:spcBef>
              <a:spcAft>
                <a:spcPct val="0"/>
              </a:spcAft>
            </a:pPr>
            <a:endParaRPr kumimoji="0" lang="en-US" b="0" i="0" u="none" strike="noStrike" cap="none" normalizeH="0" baseline="0" dirty="0" smtClean="0">
              <a:ln>
                <a:noFill/>
              </a:ln>
              <a:solidFill>
                <a:schemeClr val="tx1"/>
              </a:solidFill>
              <a:effectLst/>
              <a:latin typeface="Arial" panose="020B0604020202020204" pitchFamily="34" charset="0"/>
              <a:cs typeface="Arial" panose="020B0604020202020204" pitchFamily="34" charset="0"/>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5" name="Rectangle 1"/>
          <p:cNvSpPr>
            <a:spLocks noChangeArrowheads="1"/>
          </p:cNvSpPr>
          <p:nvPr/>
        </p:nvSpPr>
        <p:spPr bwMode="auto">
          <a:xfrm>
            <a:off x="0" y="580038"/>
            <a:ext cx="9144000" cy="6032421"/>
          </a:xfrm>
          <a:prstGeom prst="rect">
            <a:avLst/>
          </a:prstGeom>
          <a:noFill/>
          <a:ln w="9525">
            <a:noFill/>
            <a:miter lim="800000"/>
          </a:ln>
          <a:effectLst/>
        </p:spPr>
        <p:txBody>
          <a:bodyPr vert="horz" wrap="square" lIns="91440" tIns="45720" rIns="91440" bIns="45720" numCol="1" anchor="ctr" anchorCtr="0" compatLnSpc="1">
            <a:spAutoFit/>
          </a:bodyPr>
          <a:lstStyle/>
          <a:p>
            <a:pPr marL="0" marR="0" lvl="0" indent="0" algn="ctr" defTabSz="914400" rtl="0" eaLnBrk="1" fontAlgn="base" latinLnBrk="0" hangingPunct="1">
              <a:lnSpc>
                <a:spcPct val="100000"/>
              </a:lnSpc>
              <a:spcBef>
                <a:spcPct val="0"/>
              </a:spcBef>
              <a:spcAft>
                <a:spcPct val="0"/>
              </a:spcAft>
              <a:buClrTx/>
              <a:buSzTx/>
              <a:buFontTx/>
              <a:buNone/>
            </a:pPr>
            <a:r>
              <a:rPr kumimoji="0" lang="en-US" sz="2400" b="1" i="0" u="none" strike="noStrike" cap="none" normalizeH="0" baseline="0" dirty="0" smtClean="0">
                <a:ln>
                  <a:noFill/>
                </a:ln>
                <a:solidFill>
                  <a:schemeClr val="tx1"/>
                </a:solidFill>
                <a:effectLst/>
                <a:latin typeface="Arial" panose="020B0604020202020204" pitchFamily="34" charset="0"/>
                <a:ea typeface="Times New Roman" panose="02020603050405020304" pitchFamily="18" charset="0"/>
                <a:cs typeface="Arial" panose="020B0604020202020204" pitchFamily="34" charset="0"/>
              </a:rPr>
              <a:t>References:</a:t>
            </a:r>
            <a:endParaRPr kumimoji="0" lang="en-US" sz="2400" b="1" i="0" u="none" strike="noStrike" cap="none" normalizeH="0" baseline="0" dirty="0" smtClean="0">
              <a:ln>
                <a:noFill/>
              </a:ln>
              <a:solidFill>
                <a:schemeClr val="tx1"/>
              </a:solidFill>
              <a:effectLst/>
              <a:latin typeface="Arial" panose="020B0604020202020204" pitchFamily="34" charset="0"/>
              <a:ea typeface="Times New Roman" panose="02020603050405020304" pitchFamily="18" charset="0"/>
              <a:cs typeface="Arial" panose="020B0604020202020204" pitchFamily="34" charset="0"/>
            </a:endParaRPr>
          </a:p>
          <a:p>
            <a:pPr marL="0" marR="0" lvl="0" indent="0" algn="ctr" defTabSz="914400" rtl="0" eaLnBrk="1" fontAlgn="base" latinLnBrk="0" hangingPunct="1">
              <a:lnSpc>
                <a:spcPct val="100000"/>
              </a:lnSpc>
              <a:spcBef>
                <a:spcPct val="0"/>
              </a:spcBef>
              <a:spcAft>
                <a:spcPct val="0"/>
              </a:spcAft>
              <a:buClrTx/>
              <a:buSzTx/>
              <a:buFontTx/>
              <a:buNone/>
            </a:pPr>
            <a:endParaRPr kumimoji="0" lang="en-US" sz="2000" b="0" i="0" u="none" strike="noStrike" cap="none" normalizeH="0" baseline="0" dirty="0" smtClean="0">
              <a:ln>
                <a:noFill/>
              </a:ln>
              <a:solidFill>
                <a:schemeClr val="tx1"/>
              </a:solidFill>
              <a:effectLst/>
              <a:latin typeface="Arial" panose="020B0604020202020204" pitchFamily="34" charset="0"/>
              <a:cs typeface="Arial" panose="020B0604020202020204" pitchFamily="34" charset="0"/>
            </a:endParaRPr>
          </a:p>
          <a:p>
            <a:pPr marL="0" marR="0" lvl="0" indent="0" algn="just" defTabSz="914400" rtl="0" eaLnBrk="0" fontAlgn="base" latinLnBrk="0" hangingPunct="0">
              <a:lnSpc>
                <a:spcPct val="100000"/>
              </a:lnSpc>
              <a:spcBef>
                <a:spcPct val="0"/>
              </a:spcBef>
              <a:spcAft>
                <a:spcPct val="0"/>
              </a:spcAft>
              <a:buClrTx/>
              <a:buSzTx/>
              <a:buFontTx/>
              <a:buNone/>
            </a:pPr>
            <a:r>
              <a:rPr kumimoji="0" lang="en-US" b="0" i="0" u="none" strike="noStrike" cap="none" normalizeH="0" baseline="0" dirty="0" smtClean="0">
                <a:ln>
                  <a:noFill/>
                </a:ln>
                <a:solidFill>
                  <a:schemeClr val="tx1"/>
                </a:solidFill>
                <a:effectLst/>
                <a:latin typeface="Arial" panose="020B0604020202020204" pitchFamily="34" charset="0"/>
                <a:ea typeface="Times New Roman" panose="02020603050405020304" pitchFamily="18" charset="0"/>
                <a:cs typeface="Arial" panose="020B0604020202020204" pitchFamily="34" charset="0"/>
              </a:rPr>
              <a:t>[1] A. </a:t>
            </a:r>
            <a:r>
              <a:rPr kumimoji="0" lang="en-US" b="0" i="0" u="none" strike="noStrike" cap="none" normalizeH="0" baseline="0" dirty="0" err="1" smtClean="0">
                <a:ln>
                  <a:noFill/>
                </a:ln>
                <a:solidFill>
                  <a:schemeClr val="tx1"/>
                </a:solidFill>
                <a:effectLst/>
                <a:latin typeface="Arial" panose="020B0604020202020204" pitchFamily="34" charset="0"/>
                <a:ea typeface="Times New Roman" panose="02020603050405020304" pitchFamily="18" charset="0"/>
                <a:cs typeface="Arial" panose="020B0604020202020204" pitchFamily="34" charset="0"/>
              </a:rPr>
              <a:t>Wicki</a:t>
            </a:r>
            <a:r>
              <a:rPr kumimoji="0" lang="en-US" b="0" i="0" u="none" strike="noStrike" cap="none" normalizeH="0" baseline="0" dirty="0" smtClean="0">
                <a:ln>
                  <a:noFill/>
                </a:ln>
                <a:solidFill>
                  <a:schemeClr val="tx1"/>
                </a:solidFill>
                <a:effectLst/>
                <a:latin typeface="Arial" panose="020B0604020202020204" pitchFamily="34" charset="0"/>
                <a:ea typeface="Times New Roman" panose="02020603050405020304" pitchFamily="18" charset="0"/>
                <a:cs typeface="Arial" panose="020B0604020202020204" pitchFamily="34" charset="0"/>
              </a:rPr>
              <a:t>, P. Lehmann, C. Hauck, S. I. </a:t>
            </a:r>
            <a:r>
              <a:rPr kumimoji="0" lang="en-US" b="0" i="0" u="none" strike="noStrike" cap="none" normalizeH="0" baseline="0" dirty="0" err="1" smtClean="0">
                <a:ln>
                  <a:noFill/>
                </a:ln>
                <a:solidFill>
                  <a:schemeClr val="tx1"/>
                </a:solidFill>
                <a:effectLst/>
                <a:latin typeface="Arial" panose="020B0604020202020204" pitchFamily="34" charset="0"/>
                <a:ea typeface="Times New Roman" panose="02020603050405020304" pitchFamily="18" charset="0"/>
                <a:cs typeface="Arial" panose="020B0604020202020204" pitchFamily="34" charset="0"/>
              </a:rPr>
              <a:t>Seneviratne</a:t>
            </a:r>
            <a:r>
              <a:rPr kumimoji="0" lang="en-US" b="0" i="0" u="none" strike="noStrike" cap="none" normalizeH="0" baseline="0" dirty="0" smtClean="0">
                <a:ln>
                  <a:noFill/>
                </a:ln>
                <a:solidFill>
                  <a:schemeClr val="tx1"/>
                </a:solidFill>
                <a:effectLst/>
                <a:latin typeface="Arial" panose="020B0604020202020204" pitchFamily="34" charset="0"/>
                <a:ea typeface="Times New Roman" panose="02020603050405020304" pitchFamily="18" charset="0"/>
                <a:cs typeface="Arial" panose="020B0604020202020204" pitchFamily="34" charset="0"/>
              </a:rPr>
              <a:t>, P. </a:t>
            </a:r>
            <a:r>
              <a:rPr kumimoji="0" lang="en-US" b="0" i="0" u="none" strike="noStrike" cap="none" normalizeH="0" baseline="0" dirty="0" err="1" smtClean="0">
                <a:ln>
                  <a:noFill/>
                </a:ln>
                <a:solidFill>
                  <a:schemeClr val="tx1"/>
                </a:solidFill>
                <a:effectLst/>
                <a:latin typeface="Arial" panose="020B0604020202020204" pitchFamily="34" charset="0"/>
                <a:ea typeface="Times New Roman" panose="02020603050405020304" pitchFamily="18" charset="0"/>
                <a:cs typeface="Arial" panose="020B0604020202020204" pitchFamily="34" charset="0"/>
              </a:rPr>
              <a:t>Waldner</a:t>
            </a:r>
            <a:r>
              <a:rPr kumimoji="0" lang="en-US" b="0" i="0" u="none" strike="noStrike" cap="none" normalizeH="0" baseline="0" dirty="0" smtClean="0">
                <a:ln>
                  <a:noFill/>
                </a:ln>
                <a:solidFill>
                  <a:schemeClr val="tx1"/>
                </a:solidFill>
                <a:effectLst/>
                <a:latin typeface="Arial" panose="020B0604020202020204" pitchFamily="34" charset="0"/>
                <a:ea typeface="Times New Roman" panose="02020603050405020304" pitchFamily="18" charset="0"/>
                <a:cs typeface="Arial" panose="020B0604020202020204" pitchFamily="34" charset="0"/>
              </a:rPr>
              <a:t>, and M. </a:t>
            </a:r>
            <a:r>
              <a:rPr kumimoji="0" lang="en-US" b="0" i="0" u="none" strike="noStrike" cap="none" normalizeH="0" baseline="0" dirty="0" err="1" smtClean="0">
                <a:ln>
                  <a:noFill/>
                </a:ln>
                <a:solidFill>
                  <a:schemeClr val="tx1"/>
                </a:solidFill>
                <a:effectLst/>
                <a:latin typeface="Arial" panose="020B0604020202020204" pitchFamily="34" charset="0"/>
                <a:ea typeface="Times New Roman" panose="02020603050405020304" pitchFamily="18" charset="0"/>
                <a:cs typeface="Arial" panose="020B0604020202020204" pitchFamily="34" charset="0"/>
              </a:rPr>
              <a:t>St¨ahli</a:t>
            </a:r>
            <a:r>
              <a:rPr kumimoji="0" lang="en-US" b="0" i="0" u="none" strike="noStrike" cap="none" normalizeH="0" baseline="0" dirty="0" smtClean="0">
                <a:ln>
                  <a:noFill/>
                </a:ln>
                <a:solidFill>
                  <a:schemeClr val="tx1"/>
                </a:solidFill>
                <a:effectLst/>
                <a:latin typeface="Arial" panose="020B0604020202020204" pitchFamily="34" charset="0"/>
                <a:ea typeface="Times New Roman" panose="02020603050405020304" pitchFamily="18" charset="0"/>
                <a:cs typeface="Arial" panose="020B0604020202020204" pitchFamily="34" charset="0"/>
              </a:rPr>
              <a:t>, “Assessing   the potential of soil moisture measurements for regional landslide early warning,” Landslides, vol. 17, no. 8, pp. 1881–1896, 2020.</a:t>
            </a:r>
            <a:endParaRPr kumimoji="0" lang="en-US" b="0" i="0" u="none" strike="noStrike" cap="none" normalizeH="0" baseline="0" dirty="0" smtClean="0">
              <a:ln>
                <a:noFill/>
              </a:ln>
              <a:solidFill>
                <a:schemeClr val="tx1"/>
              </a:solidFill>
              <a:effectLst/>
              <a:latin typeface="Arial" panose="020B0604020202020204" pitchFamily="34" charset="0"/>
              <a:ea typeface="Times New Roman" panose="02020603050405020304" pitchFamily="18" charset="0"/>
              <a:cs typeface="Arial" panose="020B0604020202020204" pitchFamily="34" charset="0"/>
            </a:endParaRPr>
          </a:p>
          <a:p>
            <a:pPr marL="0" marR="0" lvl="0" indent="0" algn="just" defTabSz="914400" rtl="0" eaLnBrk="0" fontAlgn="base" latinLnBrk="0" hangingPunct="0">
              <a:lnSpc>
                <a:spcPct val="100000"/>
              </a:lnSpc>
              <a:spcBef>
                <a:spcPct val="0"/>
              </a:spcBef>
              <a:spcAft>
                <a:spcPct val="0"/>
              </a:spcAft>
              <a:buClrTx/>
              <a:buSzTx/>
              <a:buFontTx/>
              <a:buNone/>
            </a:pPr>
            <a:endParaRPr lang="en-US" dirty="0">
              <a:latin typeface="Arial" panose="020B0604020202020204" pitchFamily="34" charset="0"/>
              <a:cs typeface="Arial" panose="020B0604020202020204" pitchFamily="34" charset="0"/>
            </a:endParaRPr>
          </a:p>
          <a:p>
            <a:pPr marL="0" marR="0" lvl="0" indent="0" algn="just" defTabSz="914400" rtl="0" eaLnBrk="0" fontAlgn="base" latinLnBrk="0" hangingPunct="0">
              <a:lnSpc>
                <a:spcPct val="100000"/>
              </a:lnSpc>
              <a:spcBef>
                <a:spcPct val="0"/>
              </a:spcBef>
              <a:spcAft>
                <a:spcPct val="0"/>
              </a:spcAft>
              <a:buClrTx/>
              <a:buSzTx/>
              <a:buFontTx/>
              <a:buNone/>
            </a:pPr>
            <a:endParaRPr kumimoji="0" lang="en-US" b="0" i="0" u="none" strike="noStrike" cap="none" normalizeH="0" baseline="0" dirty="0" smtClean="0">
              <a:ln>
                <a:noFill/>
              </a:ln>
              <a:solidFill>
                <a:schemeClr val="tx1"/>
              </a:solidFill>
              <a:effectLst/>
              <a:latin typeface="Arial" panose="020B0604020202020204" pitchFamily="34" charset="0"/>
              <a:cs typeface="Arial" panose="020B0604020202020204" pitchFamily="34" charset="0"/>
            </a:endParaRPr>
          </a:p>
          <a:p>
            <a:pPr marL="0" marR="0" lvl="0" indent="0" algn="just" defTabSz="914400" rtl="0" eaLnBrk="0" fontAlgn="base" latinLnBrk="0" hangingPunct="0">
              <a:lnSpc>
                <a:spcPct val="100000"/>
              </a:lnSpc>
              <a:spcBef>
                <a:spcPct val="0"/>
              </a:spcBef>
              <a:spcAft>
                <a:spcPct val="0"/>
              </a:spcAft>
              <a:buClrTx/>
              <a:buSzTx/>
              <a:buFontTx/>
              <a:buNone/>
            </a:pPr>
            <a:r>
              <a:rPr kumimoji="0" lang="en-US" b="0" i="0" u="none" strike="noStrike" cap="none" normalizeH="0" baseline="0" dirty="0" smtClean="0">
                <a:ln>
                  <a:noFill/>
                </a:ln>
                <a:solidFill>
                  <a:schemeClr val="tx1"/>
                </a:solidFill>
                <a:effectLst/>
                <a:latin typeface="Arial" panose="020B0604020202020204" pitchFamily="34" charset="0"/>
                <a:ea typeface="Times New Roman" panose="02020603050405020304" pitchFamily="18" charset="0"/>
                <a:cs typeface="Arial" panose="020B0604020202020204" pitchFamily="34" charset="0"/>
              </a:rPr>
              <a:t>[2] E. C. Johnston, F. V. Davenport, L. Wang, J. K. </a:t>
            </a:r>
            <a:r>
              <a:rPr kumimoji="0" lang="en-US" b="0" i="0" u="none" strike="noStrike" cap="none" normalizeH="0" baseline="0" dirty="0" err="1" smtClean="0">
                <a:ln>
                  <a:noFill/>
                </a:ln>
                <a:solidFill>
                  <a:schemeClr val="tx1"/>
                </a:solidFill>
                <a:effectLst/>
                <a:latin typeface="Arial" panose="020B0604020202020204" pitchFamily="34" charset="0"/>
                <a:ea typeface="Times New Roman" panose="02020603050405020304" pitchFamily="18" charset="0"/>
                <a:cs typeface="Arial" panose="020B0604020202020204" pitchFamily="34" charset="0"/>
              </a:rPr>
              <a:t>Caers</a:t>
            </a:r>
            <a:r>
              <a:rPr kumimoji="0" lang="en-US" b="0" i="0" u="none" strike="noStrike" cap="none" normalizeH="0" baseline="0" dirty="0" smtClean="0">
                <a:ln>
                  <a:noFill/>
                </a:ln>
                <a:solidFill>
                  <a:schemeClr val="tx1"/>
                </a:solidFill>
                <a:effectLst/>
                <a:latin typeface="Arial" panose="020B0604020202020204" pitchFamily="34" charset="0"/>
                <a:ea typeface="Times New Roman" panose="02020603050405020304" pitchFamily="18" charset="0"/>
                <a:cs typeface="Arial" panose="020B0604020202020204" pitchFamily="34" charset="0"/>
              </a:rPr>
              <a:t>, S. </a:t>
            </a:r>
            <a:r>
              <a:rPr kumimoji="0" lang="en-US" b="0" i="0" u="none" strike="noStrike" cap="none" normalizeH="0" baseline="0" dirty="0" err="1" smtClean="0">
                <a:ln>
                  <a:noFill/>
                </a:ln>
                <a:solidFill>
                  <a:schemeClr val="tx1"/>
                </a:solidFill>
                <a:effectLst/>
                <a:latin typeface="Arial" panose="020B0604020202020204" pitchFamily="34" charset="0"/>
                <a:ea typeface="Times New Roman" panose="02020603050405020304" pitchFamily="18" charset="0"/>
                <a:cs typeface="Arial" panose="020B0604020202020204" pitchFamily="34" charset="0"/>
              </a:rPr>
              <a:t>Muthukrishnan</a:t>
            </a:r>
            <a:r>
              <a:rPr kumimoji="0" lang="en-US" b="0" i="0" u="none" strike="noStrike" cap="none" normalizeH="0" baseline="0" dirty="0" smtClean="0">
                <a:ln>
                  <a:noFill/>
                </a:ln>
                <a:solidFill>
                  <a:schemeClr val="tx1"/>
                </a:solidFill>
                <a:effectLst/>
                <a:latin typeface="Arial" panose="020B0604020202020204" pitchFamily="34" charset="0"/>
                <a:ea typeface="Times New Roman" panose="02020603050405020304" pitchFamily="18" charset="0"/>
                <a:cs typeface="Arial" panose="020B0604020202020204" pitchFamily="34" charset="0"/>
              </a:rPr>
              <a:t>, M. Burke, and     N. S. </a:t>
            </a:r>
            <a:r>
              <a:rPr kumimoji="0" lang="en-US" b="0" i="0" u="none" strike="noStrike" cap="none" normalizeH="0" baseline="0" dirty="0" err="1" smtClean="0">
                <a:ln>
                  <a:noFill/>
                </a:ln>
                <a:solidFill>
                  <a:schemeClr val="tx1"/>
                </a:solidFill>
                <a:effectLst/>
                <a:latin typeface="Arial" panose="020B0604020202020204" pitchFamily="34" charset="0"/>
                <a:ea typeface="Times New Roman" panose="02020603050405020304" pitchFamily="18" charset="0"/>
                <a:cs typeface="Arial" panose="020B0604020202020204" pitchFamily="34" charset="0"/>
              </a:rPr>
              <a:t>Diffenbaugh</a:t>
            </a:r>
            <a:r>
              <a:rPr kumimoji="0" lang="en-US" b="0" i="0" u="none" strike="noStrike" cap="none" normalizeH="0" baseline="0" dirty="0" smtClean="0">
                <a:ln>
                  <a:noFill/>
                </a:ln>
                <a:solidFill>
                  <a:schemeClr val="tx1"/>
                </a:solidFill>
                <a:effectLst/>
                <a:latin typeface="Arial" panose="020B0604020202020204" pitchFamily="34" charset="0"/>
                <a:ea typeface="Times New Roman" panose="02020603050405020304" pitchFamily="18" charset="0"/>
                <a:cs typeface="Arial" panose="020B0604020202020204" pitchFamily="34" charset="0"/>
              </a:rPr>
              <a:t>, “Quantifying the effect of precipitation on landslide hazard in urbanized and non-urbanized areas,” Geophysical Research Letters, vol. 48, no. 16, p. e2021GL094038, 2021.</a:t>
            </a:r>
            <a:endParaRPr kumimoji="0" lang="en-US" b="0" i="0" u="none" strike="noStrike" cap="none" normalizeH="0" baseline="0" dirty="0" smtClean="0">
              <a:ln>
                <a:noFill/>
              </a:ln>
              <a:solidFill>
                <a:schemeClr val="tx1"/>
              </a:solidFill>
              <a:effectLst/>
              <a:latin typeface="Arial" panose="020B0604020202020204" pitchFamily="34" charset="0"/>
              <a:ea typeface="Times New Roman" panose="02020603050405020304" pitchFamily="18" charset="0"/>
              <a:cs typeface="Arial" panose="020B0604020202020204" pitchFamily="34" charset="0"/>
            </a:endParaRPr>
          </a:p>
          <a:p>
            <a:pPr marL="0" marR="0" lvl="0" indent="0" algn="just" defTabSz="914400" rtl="0" eaLnBrk="0" fontAlgn="base" latinLnBrk="0" hangingPunct="0">
              <a:lnSpc>
                <a:spcPct val="100000"/>
              </a:lnSpc>
              <a:spcBef>
                <a:spcPct val="0"/>
              </a:spcBef>
              <a:spcAft>
                <a:spcPct val="0"/>
              </a:spcAft>
              <a:buClrTx/>
              <a:buSzTx/>
              <a:buFontTx/>
              <a:buNone/>
            </a:pPr>
            <a:endParaRPr lang="en-US" dirty="0">
              <a:latin typeface="Arial" panose="020B0604020202020204" pitchFamily="34" charset="0"/>
              <a:cs typeface="Arial" panose="020B0604020202020204" pitchFamily="34" charset="0"/>
            </a:endParaRPr>
          </a:p>
          <a:p>
            <a:pPr marL="0" marR="0" lvl="0" indent="0" algn="just" defTabSz="914400" rtl="0" eaLnBrk="0" fontAlgn="base" latinLnBrk="0" hangingPunct="0">
              <a:lnSpc>
                <a:spcPct val="100000"/>
              </a:lnSpc>
              <a:spcBef>
                <a:spcPct val="0"/>
              </a:spcBef>
              <a:spcAft>
                <a:spcPct val="0"/>
              </a:spcAft>
              <a:buClrTx/>
              <a:buSzTx/>
              <a:buFontTx/>
              <a:buNone/>
            </a:pPr>
            <a:endParaRPr kumimoji="0" lang="en-US" b="0" i="0" u="none" strike="noStrike" cap="none" normalizeH="0" baseline="0" dirty="0" smtClean="0">
              <a:ln>
                <a:noFill/>
              </a:ln>
              <a:solidFill>
                <a:schemeClr val="tx1"/>
              </a:solidFill>
              <a:effectLst/>
              <a:latin typeface="Arial" panose="020B0604020202020204" pitchFamily="34" charset="0"/>
              <a:cs typeface="Arial" panose="020B0604020202020204" pitchFamily="34" charset="0"/>
            </a:endParaRPr>
          </a:p>
          <a:p>
            <a:pPr marL="0" marR="0" lvl="0" indent="0" algn="just" defTabSz="914400" rtl="0" eaLnBrk="0" fontAlgn="base" latinLnBrk="0" hangingPunct="0">
              <a:lnSpc>
                <a:spcPct val="100000"/>
              </a:lnSpc>
              <a:spcBef>
                <a:spcPct val="0"/>
              </a:spcBef>
              <a:spcAft>
                <a:spcPct val="0"/>
              </a:spcAft>
              <a:buClrTx/>
              <a:buSzTx/>
              <a:buFontTx/>
              <a:buNone/>
            </a:pPr>
            <a:r>
              <a:rPr kumimoji="0" lang="en-US" b="0" i="0" u="none" strike="noStrike" cap="none" normalizeH="0" baseline="0" dirty="0" smtClean="0">
                <a:ln>
                  <a:noFill/>
                </a:ln>
                <a:solidFill>
                  <a:schemeClr val="tx1"/>
                </a:solidFill>
                <a:effectLst/>
                <a:latin typeface="Arial" panose="020B0604020202020204" pitchFamily="34" charset="0"/>
                <a:ea typeface="Times New Roman" panose="02020603050405020304" pitchFamily="18" charset="0"/>
                <a:cs typeface="Arial" panose="020B0604020202020204" pitchFamily="34" charset="0"/>
              </a:rPr>
              <a:t>[3] M. T. Abraham, N. Satyam, B. </a:t>
            </a:r>
            <a:r>
              <a:rPr kumimoji="0" lang="en-US" b="0" i="0" u="none" strike="noStrike" cap="none" normalizeH="0" baseline="0" dirty="0" err="1" smtClean="0">
                <a:ln>
                  <a:noFill/>
                </a:ln>
                <a:solidFill>
                  <a:schemeClr val="tx1"/>
                </a:solidFill>
                <a:effectLst/>
                <a:latin typeface="Arial" panose="020B0604020202020204" pitchFamily="34" charset="0"/>
                <a:ea typeface="Times New Roman" panose="02020603050405020304" pitchFamily="18" charset="0"/>
                <a:cs typeface="Arial" panose="020B0604020202020204" pitchFamily="34" charset="0"/>
              </a:rPr>
              <a:t>Pradhan</a:t>
            </a:r>
            <a:r>
              <a:rPr kumimoji="0" lang="en-US" b="0" i="0" u="none" strike="noStrike" cap="none" normalizeH="0" baseline="0" dirty="0" smtClean="0">
                <a:ln>
                  <a:noFill/>
                </a:ln>
                <a:solidFill>
                  <a:schemeClr val="tx1"/>
                </a:solidFill>
                <a:effectLst/>
                <a:latin typeface="Arial" panose="020B0604020202020204" pitchFamily="34" charset="0"/>
                <a:ea typeface="Times New Roman" panose="02020603050405020304" pitchFamily="18" charset="0"/>
                <a:cs typeface="Arial" panose="020B0604020202020204" pitchFamily="34" charset="0"/>
              </a:rPr>
              <a:t>, and A. M. </a:t>
            </a:r>
            <a:r>
              <a:rPr kumimoji="0" lang="en-US" b="0" i="0" u="none" strike="noStrike" cap="none" normalizeH="0" baseline="0" dirty="0" err="1" smtClean="0">
                <a:ln>
                  <a:noFill/>
                </a:ln>
                <a:solidFill>
                  <a:schemeClr val="tx1"/>
                </a:solidFill>
                <a:effectLst/>
                <a:latin typeface="Arial" panose="020B0604020202020204" pitchFamily="34" charset="0"/>
                <a:ea typeface="Times New Roman" panose="02020603050405020304" pitchFamily="18" charset="0"/>
                <a:cs typeface="Arial" panose="020B0604020202020204" pitchFamily="34" charset="0"/>
              </a:rPr>
              <a:t>Alamri</a:t>
            </a:r>
            <a:r>
              <a:rPr kumimoji="0" lang="en-US" b="0" i="0" u="none" strike="noStrike" cap="none" normalizeH="0" baseline="0" dirty="0" smtClean="0">
                <a:ln>
                  <a:noFill/>
                </a:ln>
                <a:solidFill>
                  <a:schemeClr val="tx1"/>
                </a:solidFill>
                <a:effectLst/>
                <a:latin typeface="Arial" panose="020B0604020202020204" pitchFamily="34" charset="0"/>
                <a:ea typeface="Times New Roman" panose="02020603050405020304" pitchFamily="18" charset="0"/>
                <a:cs typeface="Arial" panose="020B0604020202020204" pitchFamily="34" charset="0"/>
              </a:rPr>
              <a:t>, “Forecasting of landslides using    rainfall severity and soil wetness: a probabilistic approach for </a:t>
            </a:r>
            <a:r>
              <a:rPr kumimoji="0" lang="en-US" b="0" i="0" u="none" strike="noStrike" cap="none" normalizeH="0" baseline="0" dirty="0" err="1" smtClean="0">
                <a:ln>
                  <a:noFill/>
                </a:ln>
                <a:solidFill>
                  <a:schemeClr val="tx1"/>
                </a:solidFill>
                <a:effectLst/>
                <a:latin typeface="Arial" panose="020B0604020202020204" pitchFamily="34" charset="0"/>
                <a:ea typeface="Times New Roman" panose="02020603050405020304" pitchFamily="18" charset="0"/>
                <a:cs typeface="Arial" panose="020B0604020202020204" pitchFamily="34" charset="0"/>
              </a:rPr>
              <a:t>darjeeling</a:t>
            </a:r>
            <a:r>
              <a:rPr kumimoji="0" lang="en-US" b="0" i="0" u="none" strike="noStrike" cap="none" normalizeH="0" baseline="0" dirty="0" smtClean="0">
                <a:ln>
                  <a:noFill/>
                </a:ln>
                <a:solidFill>
                  <a:schemeClr val="tx1"/>
                </a:solidFill>
                <a:effectLst/>
                <a:latin typeface="Arial" panose="020B0604020202020204" pitchFamily="34" charset="0"/>
                <a:ea typeface="Times New Roman" panose="02020603050405020304" pitchFamily="18" charset="0"/>
                <a:cs typeface="Arial" panose="020B0604020202020204" pitchFamily="34" charset="0"/>
              </a:rPr>
              <a:t> </a:t>
            </a:r>
            <a:r>
              <a:rPr kumimoji="0" lang="en-US" b="0" i="0" u="none" strike="noStrike" cap="none" normalizeH="0" baseline="0" dirty="0" err="1" smtClean="0">
                <a:ln>
                  <a:noFill/>
                </a:ln>
                <a:solidFill>
                  <a:schemeClr val="tx1"/>
                </a:solidFill>
                <a:effectLst/>
                <a:latin typeface="Arial" panose="020B0604020202020204" pitchFamily="34" charset="0"/>
                <a:ea typeface="Times New Roman" panose="02020603050405020304" pitchFamily="18" charset="0"/>
                <a:cs typeface="Arial" panose="020B0604020202020204" pitchFamily="34" charset="0"/>
              </a:rPr>
              <a:t>himalayas</a:t>
            </a:r>
            <a:r>
              <a:rPr kumimoji="0" lang="en-US" b="0" i="0" u="none" strike="noStrike" cap="none" normalizeH="0" baseline="0" dirty="0" smtClean="0">
                <a:ln>
                  <a:noFill/>
                </a:ln>
                <a:solidFill>
                  <a:schemeClr val="tx1"/>
                </a:solidFill>
                <a:effectLst/>
                <a:latin typeface="Arial" panose="020B0604020202020204" pitchFamily="34" charset="0"/>
                <a:ea typeface="Times New Roman" panose="02020603050405020304" pitchFamily="18" charset="0"/>
                <a:cs typeface="Arial" panose="020B0604020202020204" pitchFamily="34" charset="0"/>
              </a:rPr>
              <a:t>,” Water, vol. 12, no. 3, p. 804, 2020.</a:t>
            </a:r>
            <a:endParaRPr kumimoji="0" lang="en-US" b="0" i="0" u="none" strike="noStrike" cap="none" normalizeH="0" baseline="0" dirty="0" smtClean="0">
              <a:ln>
                <a:noFill/>
              </a:ln>
              <a:solidFill>
                <a:schemeClr val="tx1"/>
              </a:solidFill>
              <a:effectLst/>
              <a:latin typeface="Arial" panose="020B0604020202020204" pitchFamily="34" charset="0"/>
              <a:ea typeface="Times New Roman" panose="02020603050405020304" pitchFamily="18" charset="0"/>
              <a:cs typeface="Arial" panose="020B0604020202020204" pitchFamily="34" charset="0"/>
            </a:endParaRPr>
          </a:p>
          <a:p>
            <a:pPr marL="0" marR="0" lvl="0" indent="0" algn="just" defTabSz="914400" rtl="0" eaLnBrk="0" fontAlgn="base" latinLnBrk="0" hangingPunct="0">
              <a:lnSpc>
                <a:spcPct val="100000"/>
              </a:lnSpc>
              <a:spcBef>
                <a:spcPct val="0"/>
              </a:spcBef>
              <a:spcAft>
                <a:spcPct val="0"/>
              </a:spcAft>
              <a:buClrTx/>
              <a:buSzTx/>
              <a:buFontTx/>
              <a:buNone/>
            </a:pPr>
            <a:endParaRPr lang="en-US" dirty="0">
              <a:latin typeface="Arial" panose="020B0604020202020204" pitchFamily="34" charset="0"/>
              <a:cs typeface="Arial" panose="020B0604020202020204" pitchFamily="34" charset="0"/>
            </a:endParaRPr>
          </a:p>
          <a:p>
            <a:pPr marL="0" marR="0" lvl="0" indent="0" algn="just" defTabSz="914400" rtl="0" eaLnBrk="0" fontAlgn="base" latinLnBrk="0" hangingPunct="0">
              <a:lnSpc>
                <a:spcPct val="100000"/>
              </a:lnSpc>
              <a:spcBef>
                <a:spcPct val="0"/>
              </a:spcBef>
              <a:spcAft>
                <a:spcPct val="0"/>
              </a:spcAft>
              <a:buClrTx/>
              <a:buSzTx/>
              <a:buFontTx/>
              <a:buNone/>
            </a:pPr>
            <a:endParaRPr kumimoji="0" lang="en-US" b="0" i="0" u="none" strike="noStrike" cap="none" normalizeH="0" baseline="0" dirty="0" smtClean="0">
              <a:ln>
                <a:noFill/>
              </a:ln>
              <a:solidFill>
                <a:schemeClr val="tx1"/>
              </a:solidFill>
              <a:effectLst/>
              <a:latin typeface="Arial" panose="020B0604020202020204" pitchFamily="34" charset="0"/>
              <a:cs typeface="Arial" panose="020B0604020202020204" pitchFamily="34" charset="0"/>
            </a:endParaRPr>
          </a:p>
          <a:p>
            <a:pPr marL="0" marR="0" lvl="0" indent="0" algn="just" defTabSz="914400" rtl="0" eaLnBrk="0" fontAlgn="base" latinLnBrk="0" hangingPunct="0">
              <a:lnSpc>
                <a:spcPct val="100000"/>
              </a:lnSpc>
              <a:spcBef>
                <a:spcPct val="0"/>
              </a:spcBef>
              <a:spcAft>
                <a:spcPct val="0"/>
              </a:spcAft>
              <a:buClrTx/>
              <a:buSzTx/>
              <a:buFontTx/>
              <a:buNone/>
            </a:pPr>
            <a:r>
              <a:rPr kumimoji="0" lang="en-US" b="0" i="0" u="none" strike="noStrike" cap="none" normalizeH="0" baseline="0" dirty="0" smtClean="0">
                <a:ln>
                  <a:noFill/>
                </a:ln>
                <a:solidFill>
                  <a:schemeClr val="tx1"/>
                </a:solidFill>
                <a:effectLst/>
                <a:latin typeface="Arial" panose="020B0604020202020204" pitchFamily="34" charset="0"/>
                <a:ea typeface="Times New Roman" panose="02020603050405020304" pitchFamily="18" charset="0"/>
                <a:cs typeface="Arial" panose="020B0604020202020204" pitchFamily="34" charset="0"/>
              </a:rPr>
              <a:t>[4] S. Martino, M. </a:t>
            </a:r>
            <a:r>
              <a:rPr kumimoji="0" lang="en-US" b="0" i="0" u="none" strike="noStrike" cap="none" normalizeH="0" baseline="0" dirty="0" err="1" smtClean="0">
                <a:ln>
                  <a:noFill/>
                </a:ln>
                <a:solidFill>
                  <a:schemeClr val="tx1"/>
                </a:solidFill>
                <a:effectLst/>
                <a:latin typeface="Arial" panose="020B0604020202020204" pitchFamily="34" charset="0"/>
                <a:ea typeface="Times New Roman" panose="02020603050405020304" pitchFamily="18" charset="0"/>
                <a:cs typeface="Arial" panose="020B0604020202020204" pitchFamily="34" charset="0"/>
              </a:rPr>
              <a:t>Fiorucci</a:t>
            </a:r>
            <a:r>
              <a:rPr kumimoji="0" lang="en-US" b="0" i="0" u="none" strike="noStrike" cap="none" normalizeH="0" baseline="0" dirty="0" smtClean="0">
                <a:ln>
                  <a:noFill/>
                </a:ln>
                <a:solidFill>
                  <a:schemeClr val="tx1"/>
                </a:solidFill>
                <a:effectLst/>
                <a:latin typeface="Arial" panose="020B0604020202020204" pitchFamily="34" charset="0"/>
                <a:ea typeface="Times New Roman" panose="02020603050405020304" pitchFamily="18" charset="0"/>
                <a:cs typeface="Arial" panose="020B0604020202020204" pitchFamily="34" charset="0"/>
              </a:rPr>
              <a:t>, G. </a:t>
            </a:r>
            <a:r>
              <a:rPr kumimoji="0" lang="en-US" b="0" i="0" u="none" strike="noStrike" cap="none" normalizeH="0" baseline="0" dirty="0" err="1" smtClean="0">
                <a:ln>
                  <a:noFill/>
                </a:ln>
                <a:solidFill>
                  <a:schemeClr val="tx1"/>
                </a:solidFill>
                <a:effectLst/>
                <a:latin typeface="Arial" panose="020B0604020202020204" pitchFamily="34" charset="0"/>
                <a:ea typeface="Times New Roman" panose="02020603050405020304" pitchFamily="18" charset="0"/>
                <a:cs typeface="Arial" panose="020B0604020202020204" pitchFamily="34" charset="0"/>
              </a:rPr>
              <a:t>Marmoni</a:t>
            </a:r>
            <a:r>
              <a:rPr kumimoji="0" lang="en-US" b="0" i="0" u="none" strike="noStrike" cap="none" normalizeH="0" baseline="0" dirty="0" smtClean="0">
                <a:ln>
                  <a:noFill/>
                </a:ln>
                <a:solidFill>
                  <a:schemeClr val="tx1"/>
                </a:solidFill>
                <a:effectLst/>
                <a:latin typeface="Arial" panose="020B0604020202020204" pitchFamily="34" charset="0"/>
                <a:ea typeface="Times New Roman" panose="02020603050405020304" pitchFamily="18" charset="0"/>
                <a:cs typeface="Arial" panose="020B0604020202020204" pitchFamily="34" charset="0"/>
              </a:rPr>
              <a:t>, L. </a:t>
            </a:r>
            <a:r>
              <a:rPr kumimoji="0" lang="en-US" b="0" i="0" u="none" strike="noStrike" cap="none" normalizeH="0" baseline="0" dirty="0" err="1" smtClean="0">
                <a:ln>
                  <a:noFill/>
                </a:ln>
                <a:solidFill>
                  <a:schemeClr val="tx1"/>
                </a:solidFill>
                <a:effectLst/>
                <a:latin typeface="Arial" panose="020B0604020202020204" pitchFamily="34" charset="0"/>
                <a:ea typeface="Times New Roman" panose="02020603050405020304" pitchFamily="18" charset="0"/>
                <a:cs typeface="Arial" panose="020B0604020202020204" pitchFamily="34" charset="0"/>
              </a:rPr>
              <a:t>Casaburi</a:t>
            </a:r>
            <a:r>
              <a:rPr kumimoji="0" lang="en-US" b="0" i="0" u="none" strike="noStrike" cap="none" normalizeH="0" baseline="0" dirty="0" smtClean="0">
                <a:ln>
                  <a:noFill/>
                </a:ln>
                <a:solidFill>
                  <a:schemeClr val="tx1"/>
                </a:solidFill>
                <a:effectLst/>
                <a:latin typeface="Arial" panose="020B0604020202020204" pitchFamily="34" charset="0"/>
                <a:ea typeface="Times New Roman" panose="02020603050405020304" pitchFamily="18" charset="0"/>
                <a:cs typeface="Arial" panose="020B0604020202020204" pitchFamily="34" charset="0"/>
              </a:rPr>
              <a:t>, B. </a:t>
            </a:r>
            <a:r>
              <a:rPr kumimoji="0" lang="en-US" b="0" i="0" u="none" strike="noStrike" cap="none" normalizeH="0" baseline="0" dirty="0" err="1" smtClean="0">
                <a:ln>
                  <a:noFill/>
                </a:ln>
                <a:solidFill>
                  <a:schemeClr val="tx1"/>
                </a:solidFill>
                <a:effectLst/>
                <a:latin typeface="Arial" panose="020B0604020202020204" pitchFamily="34" charset="0"/>
                <a:ea typeface="Times New Roman" panose="02020603050405020304" pitchFamily="18" charset="0"/>
                <a:cs typeface="Arial" panose="020B0604020202020204" pitchFamily="34" charset="0"/>
              </a:rPr>
              <a:t>Antonielli</a:t>
            </a:r>
            <a:r>
              <a:rPr kumimoji="0" lang="en-US" b="0" i="0" u="none" strike="noStrike" cap="none" normalizeH="0" baseline="0" dirty="0" smtClean="0">
                <a:ln>
                  <a:noFill/>
                </a:ln>
                <a:solidFill>
                  <a:schemeClr val="tx1"/>
                </a:solidFill>
                <a:effectLst/>
                <a:latin typeface="Arial" panose="020B0604020202020204" pitchFamily="34" charset="0"/>
                <a:ea typeface="Times New Roman" panose="02020603050405020304" pitchFamily="18" charset="0"/>
                <a:cs typeface="Arial" panose="020B0604020202020204" pitchFamily="34" charset="0"/>
              </a:rPr>
              <a:t>, and P. </a:t>
            </a:r>
            <a:r>
              <a:rPr kumimoji="0" lang="en-US" b="0" i="0" u="none" strike="noStrike" cap="none" normalizeH="0" baseline="0" dirty="0" err="1" smtClean="0">
                <a:ln>
                  <a:noFill/>
                </a:ln>
                <a:solidFill>
                  <a:schemeClr val="tx1"/>
                </a:solidFill>
                <a:effectLst/>
                <a:latin typeface="Arial" panose="020B0604020202020204" pitchFamily="34" charset="0"/>
                <a:ea typeface="Times New Roman" panose="02020603050405020304" pitchFamily="18" charset="0"/>
                <a:cs typeface="Arial" panose="020B0604020202020204" pitchFamily="34" charset="0"/>
              </a:rPr>
              <a:t>Mazzanti</a:t>
            </a:r>
            <a:r>
              <a:rPr kumimoji="0" lang="en-US" b="0" i="0" u="none" strike="noStrike" cap="none" normalizeH="0" baseline="0" dirty="0" smtClean="0">
                <a:ln>
                  <a:noFill/>
                </a:ln>
                <a:solidFill>
                  <a:schemeClr val="tx1"/>
                </a:solidFill>
                <a:effectLst/>
                <a:latin typeface="Arial" panose="020B0604020202020204" pitchFamily="34" charset="0"/>
                <a:ea typeface="Times New Roman" panose="02020603050405020304" pitchFamily="18" charset="0"/>
                <a:cs typeface="Arial" panose="020B0604020202020204" pitchFamily="34" charset="0"/>
              </a:rPr>
              <a:t>, “Increase in landslide activity after a low-magnitude earthquake as inferred from </a:t>
            </a:r>
            <a:r>
              <a:rPr kumimoji="0" lang="en-US" b="0" i="0" u="none" strike="noStrike" cap="none" normalizeH="0" baseline="0" dirty="0" err="1" smtClean="0">
                <a:ln>
                  <a:noFill/>
                </a:ln>
                <a:solidFill>
                  <a:schemeClr val="tx1"/>
                </a:solidFill>
                <a:effectLst/>
                <a:latin typeface="Arial" panose="020B0604020202020204" pitchFamily="34" charset="0"/>
                <a:ea typeface="Times New Roman" panose="02020603050405020304" pitchFamily="18" charset="0"/>
                <a:cs typeface="Arial" panose="020B0604020202020204" pitchFamily="34" charset="0"/>
              </a:rPr>
              <a:t>dinsar</a:t>
            </a:r>
            <a:r>
              <a:rPr kumimoji="0" lang="en-US" b="0" i="0" u="none" strike="noStrike" cap="none" normalizeH="0" baseline="0" dirty="0" smtClean="0">
                <a:ln>
                  <a:noFill/>
                </a:ln>
                <a:solidFill>
                  <a:schemeClr val="tx1"/>
                </a:solidFill>
                <a:effectLst/>
                <a:latin typeface="Arial" panose="020B0604020202020204" pitchFamily="34" charset="0"/>
                <a:ea typeface="Times New Roman" panose="02020603050405020304" pitchFamily="18" charset="0"/>
                <a:cs typeface="Arial" panose="020B0604020202020204" pitchFamily="34" charset="0"/>
              </a:rPr>
              <a:t> </a:t>
            </a:r>
            <a:r>
              <a:rPr kumimoji="0" lang="en-US" b="0" i="0" u="none" strike="noStrike" cap="none" normalizeH="0" baseline="0" dirty="0" err="1" smtClean="0">
                <a:ln>
                  <a:noFill/>
                </a:ln>
                <a:solidFill>
                  <a:schemeClr val="tx1"/>
                </a:solidFill>
                <a:effectLst/>
                <a:latin typeface="Arial" panose="020B0604020202020204" pitchFamily="34" charset="0"/>
                <a:ea typeface="Times New Roman" panose="02020603050405020304" pitchFamily="18" charset="0"/>
                <a:cs typeface="Arial" panose="020B0604020202020204" pitchFamily="34" charset="0"/>
              </a:rPr>
              <a:t>interferometry</a:t>
            </a:r>
            <a:r>
              <a:rPr kumimoji="0" lang="en-US" b="0" i="0" u="none" strike="noStrike" cap="none" normalizeH="0" baseline="0" dirty="0" smtClean="0">
                <a:ln>
                  <a:noFill/>
                </a:ln>
                <a:solidFill>
                  <a:schemeClr val="tx1"/>
                </a:solidFill>
                <a:effectLst/>
                <a:latin typeface="Arial" panose="020B0604020202020204" pitchFamily="34" charset="0"/>
                <a:ea typeface="Times New Roman" panose="02020603050405020304" pitchFamily="18" charset="0"/>
                <a:cs typeface="Arial" panose="020B0604020202020204" pitchFamily="34" charset="0"/>
              </a:rPr>
              <a:t>,” Scientific reports vol. 12, no. 1, pp. 1–19, 2022.</a:t>
            </a:r>
            <a:endParaRPr kumimoji="0" lang="en-US" b="0" i="0" u="none" strike="noStrike" cap="none" normalizeH="0" baseline="0" dirty="0" smtClean="0">
              <a:ln>
                <a:noFill/>
              </a:ln>
              <a:solidFill>
                <a:schemeClr val="tx1"/>
              </a:solidFill>
              <a:effectLst/>
              <a:latin typeface="Arial" panose="020B0604020202020204" pitchFamily="34" charset="0"/>
              <a:cs typeface="Arial" panose="020B0604020202020204" pitchFamily="34" charset="0"/>
            </a:endParaRPr>
          </a:p>
        </p:txBody>
      </p:sp>
    </p:spTree>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Flow">
  <a:themeElements>
    <a:clrScheme name="Flow">
      <a:dk1>
        <a:sysClr val="windowText" lastClr="000000"/>
      </a:dk1>
      <a:lt1>
        <a:sysClr val="window" lastClr="FFFFFF"/>
      </a:lt1>
      <a:dk2>
        <a:srgbClr val="04617B"/>
      </a:dk2>
      <a:lt2>
        <a:srgbClr val="DBF5F9"/>
      </a:lt2>
      <a:accent1>
        <a:srgbClr val="0F6FC6"/>
      </a:accent1>
      <a:accent2>
        <a:srgbClr val="009DD9"/>
      </a:accent2>
      <a:accent3>
        <a:srgbClr val="0BD0D9"/>
      </a:accent3>
      <a:accent4>
        <a:srgbClr val="10CF9B"/>
      </a:accent4>
      <a:accent5>
        <a:srgbClr val="7CCA62"/>
      </a:accent5>
      <a:accent6>
        <a:srgbClr val="A5C249"/>
      </a:accent6>
      <a:hlink>
        <a:srgbClr val="E2D700"/>
      </a:hlink>
      <a:folHlink>
        <a:srgbClr val="85DFD0"/>
      </a:folHlink>
    </a:clrScheme>
    <a:fontScheme name="Flow">
      <a:majorFont>
        <a:latin typeface="Calibri"/>
        <a:ea typeface=""/>
        <a:cs typeface=""/>
        <a:font script="Jpan" typeface="ＭＳ Ｐゴシック"/>
        <a:font script="Hang" typeface="HY중고딕"/>
        <a:font script="Hans" typeface="隶书"/>
        <a:font script="Hant" typeface="微軟正黑體"/>
        <a:font script="Arab" typeface="Traditional Arabic"/>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Constantia"/>
        <a:ea typeface=""/>
        <a:cs typeface=""/>
        <a:font script="Jpan" typeface="HGP明朝E"/>
        <a:font script="Hang" typeface="HY신명조"/>
        <a:font script="Hans" typeface="宋体"/>
        <a:font script="Hant" typeface="新細明體"/>
        <a:font script="Arab" typeface="Majalla UI"/>
        <a:font script="Hebr" typeface="David"/>
        <a:font script="Thai" typeface="Browalli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Flow">
      <a:fillStyleLst>
        <a:solidFill>
          <a:schemeClr val="phClr"/>
        </a:solidFill>
        <a:gradFill rotWithShape="1">
          <a:gsLst>
            <a:gs pos="0">
              <a:schemeClr val="phClr">
                <a:tint val="70000"/>
                <a:satMod val="130000"/>
              </a:schemeClr>
            </a:gs>
            <a:gs pos="43000">
              <a:schemeClr val="phClr">
                <a:tint val="44000"/>
                <a:satMod val="165000"/>
              </a:schemeClr>
            </a:gs>
            <a:gs pos="93000">
              <a:schemeClr val="phClr">
                <a:tint val="15000"/>
                <a:satMod val="165000"/>
              </a:schemeClr>
            </a:gs>
            <a:gs pos="100000">
              <a:schemeClr val="phClr">
                <a:tint val="5000"/>
                <a:satMod val="250000"/>
              </a:schemeClr>
            </a:gs>
          </a:gsLst>
          <a:path path="circle">
            <a:fillToRect l="50000" t="130000" r="50000" b="-30000"/>
          </a:path>
        </a:gradFill>
        <a:gradFill rotWithShape="1">
          <a:gsLst>
            <a:gs pos="0">
              <a:schemeClr val="phClr">
                <a:tint val="98000"/>
                <a:shade val="25000"/>
                <a:satMod val="250000"/>
              </a:schemeClr>
            </a:gs>
            <a:gs pos="68000">
              <a:schemeClr val="phClr">
                <a:tint val="86000"/>
                <a:satMod val="115000"/>
              </a:schemeClr>
            </a:gs>
            <a:gs pos="100000">
              <a:schemeClr val="phClr">
                <a:tint val="50000"/>
                <a:satMod val="150000"/>
              </a:schemeClr>
            </a:gs>
          </a:gsLst>
          <a:path path="circle">
            <a:fillToRect l="50000" t="130000" r="50000" b="-30000"/>
          </a:path>
        </a:gradFill>
      </a:fillStyleLst>
      <a:lnStyleLst>
        <a:ln w="9525" cap="flat" cmpd="sng" algn="ctr">
          <a:solidFill>
            <a:schemeClr val="phClr">
              <a:shade val="50000"/>
              <a:satMod val="103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57150" dist="38100" dir="5400000" algn="ctr" rotWithShape="0">
              <a:schemeClr val="phClr">
                <a:shade val="9000"/>
                <a:satMod val="105000"/>
                <a:alpha val="48000"/>
              </a:schemeClr>
            </a:outerShdw>
          </a:effectLst>
        </a:effectStyle>
        <a:effectStyle>
          <a:effectLst>
            <a:outerShdw blurRad="57150" dist="38100" dir="5400000" algn="ctr" rotWithShape="0">
              <a:schemeClr val="phClr">
                <a:shade val="9000"/>
                <a:satMod val="105000"/>
                <a:alpha val="48000"/>
              </a:schemeClr>
            </a:outerShdw>
          </a:effectLst>
        </a:effectStyle>
        <a:effectStyle>
          <a:effectLst>
            <a:outerShdw blurRad="57150" dist="38100" dir="5400000" algn="ctr" rotWithShape="0">
              <a:schemeClr val="phClr">
                <a:shade val="9000"/>
                <a:satMod val="105000"/>
                <a:alpha val="48000"/>
              </a:schemeClr>
            </a:outerShdw>
          </a:effectLst>
          <a:scene3d>
            <a:camera prst="orthographicFront" fov="0">
              <a:rot lat="0" lon="0" rev="0"/>
            </a:camera>
            <a:lightRig rig="glow" dir="tl">
              <a:rot lat="0" lon="0" rev="900000"/>
            </a:lightRig>
          </a:scene3d>
          <a:sp3d prstMaterial="powder">
            <a:bevelT w="25400" h="38100"/>
          </a:sp3d>
        </a:effectStyle>
      </a:effectStyleLst>
      <a:bgFillStyleLst>
        <a:solidFill>
          <a:schemeClr val="phClr"/>
        </a:solidFill>
        <a:gradFill rotWithShape="1">
          <a:gsLst>
            <a:gs pos="0">
              <a:schemeClr val="phClr">
                <a:tint val="80000"/>
                <a:satMod val="400000"/>
              </a:schemeClr>
            </a:gs>
            <a:gs pos="25000">
              <a:schemeClr val="phClr">
                <a:tint val="83000"/>
                <a:satMod val="320000"/>
              </a:schemeClr>
            </a:gs>
            <a:gs pos="100000">
              <a:schemeClr val="phClr">
                <a:shade val="15000"/>
                <a:satMod val="320000"/>
              </a:schemeClr>
            </a:gs>
          </a:gsLst>
          <a:path path="circle">
            <a:fillToRect l="10000" t="110000" r="10000" b="100000"/>
          </a:path>
        </a:gradFill>
        <a:blipFill>
          <a:blip xmlns:r="http://schemas.openxmlformats.org/officeDocument/2006/relationships" r:embed="rId1">
            <a:duotone>
              <a:schemeClr val="phClr">
                <a:shade val="90000"/>
                <a:satMod val="150000"/>
              </a:schemeClr>
              <a:schemeClr val="phClr">
                <a:tint val="88000"/>
                <a:satMod val="150000"/>
              </a:schemeClr>
            </a:duotone>
          </a:blip>
          <a:tile tx="0" ty="0" sx="65000" sy="65000" flip="none" algn="tl"/>
        </a:blip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Flow</Template>
  <TotalTime>0</TotalTime>
  <Words>9950</Words>
  <Application>WPS Presentation</Application>
  <PresentationFormat>On-screen Show (4:3)</PresentationFormat>
  <Paragraphs>336</Paragraphs>
  <Slides>17</Slides>
  <Notes>0</Notes>
  <HiddenSlides>0</HiddenSlides>
  <MMClips>0</MMClips>
  <ScaleCrop>false</ScaleCrop>
  <HeadingPairs>
    <vt:vector size="6" baseType="variant">
      <vt:variant>
        <vt:lpstr>已用的字体</vt:lpstr>
      </vt:variant>
      <vt:variant>
        <vt:i4>11</vt:i4>
      </vt:variant>
      <vt:variant>
        <vt:lpstr>主题</vt:lpstr>
      </vt:variant>
      <vt:variant>
        <vt:i4>1</vt:i4>
      </vt:variant>
      <vt:variant>
        <vt:lpstr>幻灯片标题</vt:lpstr>
      </vt:variant>
      <vt:variant>
        <vt:i4>17</vt:i4>
      </vt:variant>
    </vt:vector>
  </HeadingPairs>
  <TitlesOfParts>
    <vt:vector size="29" baseType="lpstr">
      <vt:lpstr>Arial</vt:lpstr>
      <vt:lpstr>SimSun</vt:lpstr>
      <vt:lpstr>Wingdings</vt:lpstr>
      <vt:lpstr>Wingdings 2</vt:lpstr>
      <vt:lpstr>Calibri</vt:lpstr>
      <vt:lpstr>Mangal</vt:lpstr>
      <vt:lpstr>Segoe Print</vt:lpstr>
      <vt:lpstr>Times New Roman</vt:lpstr>
      <vt:lpstr>Constantia</vt:lpstr>
      <vt:lpstr>Microsoft YaHei</vt:lpstr>
      <vt:lpstr>Arial Unicode MS</vt:lpstr>
      <vt:lpstr>Flow</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ankitrocky@234gmail.com</dc:creator>
  <cp:lastModifiedBy>Edward Kenway</cp:lastModifiedBy>
  <cp:revision>33</cp:revision>
  <dcterms:created xsi:type="dcterms:W3CDTF">2023-06-12T13:57:00Z</dcterms:created>
  <dcterms:modified xsi:type="dcterms:W3CDTF">2026-10-08T15:30:32Z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8E0DC998A36A4B89B23B84B21BDD6126_12</vt:lpwstr>
  </property>
  <property fmtid="{D5CDD505-2E9C-101B-9397-08002B2CF9AE}" pid="3" name="KSOProductBuildVer">
    <vt:lpwstr>1033-12.1.0.28485</vt:lpwstr>
  </property>
</Properties>
</file>